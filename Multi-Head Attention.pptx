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2343150" cy="433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7" userDrawn="1">
          <p15:clr>
            <a:srgbClr val="A4A3A4"/>
          </p15:clr>
        </p15:guide>
        <p15:guide id="2" pos="7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21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3600" y="1382"/>
      </p:cViewPr>
      <p:guideLst>
        <p:guide orient="horz" pos="1367"/>
        <p:guide pos="7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A05AC6-B721-4D9E-9641-39808214C412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95563" y="1143000"/>
            <a:ext cx="16668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0F72B-0EC2-4B32-A7AA-48178E30D0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804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736" y="710050"/>
            <a:ext cx="1991678" cy="1510489"/>
          </a:xfrm>
        </p:spPr>
        <p:txBody>
          <a:bodyPr anchor="b"/>
          <a:lstStyle>
            <a:lvl1pPr algn="ctr">
              <a:defRPr sz="153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894" y="2278789"/>
            <a:ext cx="1757363" cy="1047500"/>
          </a:xfrm>
        </p:spPr>
        <p:txBody>
          <a:bodyPr/>
          <a:lstStyle>
            <a:lvl1pPr marL="0" indent="0" algn="ctr">
              <a:buNone/>
              <a:defRPr sz="615"/>
            </a:lvl1pPr>
            <a:lvl2pPr marL="117180" indent="0" algn="ctr">
              <a:buNone/>
              <a:defRPr sz="513"/>
            </a:lvl2pPr>
            <a:lvl3pPr marL="234361" indent="0" algn="ctr">
              <a:buNone/>
              <a:defRPr sz="461"/>
            </a:lvl3pPr>
            <a:lvl4pPr marL="351541" indent="0" algn="ctr">
              <a:buNone/>
              <a:defRPr sz="410"/>
            </a:lvl4pPr>
            <a:lvl5pPr marL="468721" indent="0" algn="ctr">
              <a:buNone/>
              <a:defRPr sz="410"/>
            </a:lvl5pPr>
            <a:lvl6pPr marL="585902" indent="0" algn="ctr">
              <a:buNone/>
              <a:defRPr sz="410"/>
            </a:lvl6pPr>
            <a:lvl7pPr marL="703082" indent="0" algn="ctr">
              <a:buNone/>
              <a:defRPr sz="410"/>
            </a:lvl7pPr>
            <a:lvl8pPr marL="820263" indent="0" algn="ctr">
              <a:buNone/>
              <a:defRPr sz="410"/>
            </a:lvl8pPr>
            <a:lvl9pPr marL="937443" indent="0" algn="ctr">
              <a:buNone/>
              <a:defRPr sz="41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CDE0-1375-494A-BF66-E31DC70050C8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11706-B0EA-446D-B706-DA7280212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842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CDE0-1375-494A-BF66-E31DC70050C8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11706-B0EA-446D-B706-DA7280212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711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71" y="1081648"/>
            <a:ext cx="2020967" cy="1804753"/>
          </a:xfrm>
        </p:spPr>
        <p:txBody>
          <a:bodyPr anchor="b"/>
          <a:lstStyle>
            <a:lvl1pPr>
              <a:defRPr sz="153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71" y="2903474"/>
            <a:ext cx="2020967" cy="949077"/>
          </a:xfrm>
        </p:spPr>
        <p:txBody>
          <a:bodyPr/>
          <a:lstStyle>
            <a:lvl1pPr marL="0" indent="0">
              <a:buNone/>
              <a:defRPr sz="615">
                <a:solidFill>
                  <a:schemeClr val="tx1"/>
                </a:solidFill>
              </a:defRPr>
            </a:lvl1pPr>
            <a:lvl2pPr marL="117180" indent="0">
              <a:buNone/>
              <a:defRPr sz="513">
                <a:solidFill>
                  <a:schemeClr val="tx1">
                    <a:tint val="75000"/>
                  </a:schemeClr>
                </a:solidFill>
              </a:defRPr>
            </a:lvl2pPr>
            <a:lvl3pPr marL="234361" indent="0">
              <a:buNone/>
              <a:defRPr sz="461">
                <a:solidFill>
                  <a:schemeClr val="tx1">
                    <a:tint val="75000"/>
                  </a:schemeClr>
                </a:solidFill>
              </a:defRPr>
            </a:lvl3pPr>
            <a:lvl4pPr marL="351541" indent="0">
              <a:buNone/>
              <a:defRPr sz="410">
                <a:solidFill>
                  <a:schemeClr val="tx1">
                    <a:tint val="75000"/>
                  </a:schemeClr>
                </a:solidFill>
              </a:defRPr>
            </a:lvl4pPr>
            <a:lvl5pPr marL="468721" indent="0">
              <a:buNone/>
              <a:defRPr sz="410">
                <a:solidFill>
                  <a:schemeClr val="tx1">
                    <a:tint val="75000"/>
                  </a:schemeClr>
                </a:solidFill>
              </a:defRPr>
            </a:lvl5pPr>
            <a:lvl6pPr marL="585902" indent="0">
              <a:buNone/>
              <a:defRPr sz="410">
                <a:solidFill>
                  <a:schemeClr val="tx1">
                    <a:tint val="75000"/>
                  </a:schemeClr>
                </a:solidFill>
              </a:defRPr>
            </a:lvl6pPr>
            <a:lvl7pPr marL="703082" indent="0">
              <a:buNone/>
              <a:defRPr sz="410">
                <a:solidFill>
                  <a:schemeClr val="tx1">
                    <a:tint val="75000"/>
                  </a:schemeClr>
                </a:solidFill>
              </a:defRPr>
            </a:lvl7pPr>
            <a:lvl8pPr marL="820263" indent="0">
              <a:buNone/>
              <a:defRPr sz="410">
                <a:solidFill>
                  <a:schemeClr val="tx1">
                    <a:tint val="75000"/>
                  </a:schemeClr>
                </a:solidFill>
              </a:defRPr>
            </a:lvl8pPr>
            <a:lvl9pPr marL="937443" indent="0">
              <a:buNone/>
              <a:defRPr sz="4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CDE0-1375-494A-BF66-E31DC70050C8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11706-B0EA-446D-B706-DA7280212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716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1091" y="1154961"/>
            <a:ext cx="995839" cy="275282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6220" y="1154961"/>
            <a:ext cx="995839" cy="275282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CDE0-1375-494A-BF66-E31DC70050C8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11706-B0EA-446D-B706-DA7280212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910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97" y="230993"/>
            <a:ext cx="2020967" cy="83860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397" y="1063569"/>
            <a:ext cx="991262" cy="521239"/>
          </a:xfrm>
        </p:spPr>
        <p:txBody>
          <a:bodyPr anchor="b"/>
          <a:lstStyle>
            <a:lvl1pPr marL="0" indent="0">
              <a:buNone/>
              <a:defRPr sz="615" b="1"/>
            </a:lvl1pPr>
            <a:lvl2pPr marL="117180" indent="0">
              <a:buNone/>
              <a:defRPr sz="513" b="1"/>
            </a:lvl2pPr>
            <a:lvl3pPr marL="234361" indent="0">
              <a:buNone/>
              <a:defRPr sz="461" b="1"/>
            </a:lvl3pPr>
            <a:lvl4pPr marL="351541" indent="0">
              <a:buNone/>
              <a:defRPr sz="410" b="1"/>
            </a:lvl4pPr>
            <a:lvl5pPr marL="468721" indent="0">
              <a:buNone/>
              <a:defRPr sz="410" b="1"/>
            </a:lvl5pPr>
            <a:lvl6pPr marL="585902" indent="0">
              <a:buNone/>
              <a:defRPr sz="410" b="1"/>
            </a:lvl6pPr>
            <a:lvl7pPr marL="703082" indent="0">
              <a:buNone/>
              <a:defRPr sz="410" b="1"/>
            </a:lvl7pPr>
            <a:lvl8pPr marL="820263" indent="0">
              <a:buNone/>
              <a:defRPr sz="410" b="1"/>
            </a:lvl8pPr>
            <a:lvl9pPr marL="937443" indent="0">
              <a:buNone/>
              <a:defRPr sz="41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397" y="1584808"/>
            <a:ext cx="991262" cy="23310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86220" y="1063569"/>
            <a:ext cx="996144" cy="521239"/>
          </a:xfrm>
        </p:spPr>
        <p:txBody>
          <a:bodyPr anchor="b"/>
          <a:lstStyle>
            <a:lvl1pPr marL="0" indent="0">
              <a:buNone/>
              <a:defRPr sz="615" b="1"/>
            </a:lvl1pPr>
            <a:lvl2pPr marL="117180" indent="0">
              <a:buNone/>
              <a:defRPr sz="513" b="1"/>
            </a:lvl2pPr>
            <a:lvl3pPr marL="234361" indent="0">
              <a:buNone/>
              <a:defRPr sz="461" b="1"/>
            </a:lvl3pPr>
            <a:lvl4pPr marL="351541" indent="0">
              <a:buNone/>
              <a:defRPr sz="410" b="1"/>
            </a:lvl4pPr>
            <a:lvl5pPr marL="468721" indent="0">
              <a:buNone/>
              <a:defRPr sz="410" b="1"/>
            </a:lvl5pPr>
            <a:lvl6pPr marL="585902" indent="0">
              <a:buNone/>
              <a:defRPr sz="410" b="1"/>
            </a:lvl6pPr>
            <a:lvl7pPr marL="703082" indent="0">
              <a:buNone/>
              <a:defRPr sz="410" b="1"/>
            </a:lvl7pPr>
            <a:lvl8pPr marL="820263" indent="0">
              <a:buNone/>
              <a:defRPr sz="410" b="1"/>
            </a:lvl8pPr>
            <a:lvl9pPr marL="937443" indent="0">
              <a:buNone/>
              <a:defRPr sz="41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86220" y="1584808"/>
            <a:ext cx="996144" cy="23310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CDE0-1375-494A-BF66-E31DC70050C8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11706-B0EA-446D-B706-DA7280212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136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CDE0-1375-494A-BF66-E31DC70050C8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11706-B0EA-446D-B706-DA7280212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209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CDE0-1375-494A-BF66-E31DC70050C8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11706-B0EA-446D-B706-DA7280212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547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97" y="289242"/>
            <a:ext cx="755727" cy="1012349"/>
          </a:xfrm>
        </p:spPr>
        <p:txBody>
          <a:bodyPr anchor="b"/>
          <a:lstStyle>
            <a:lvl1pPr>
              <a:defRPr sz="8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6144" y="624685"/>
            <a:ext cx="1186220" cy="3083245"/>
          </a:xfrm>
        </p:spPr>
        <p:txBody>
          <a:bodyPr/>
          <a:lstStyle>
            <a:lvl1pPr>
              <a:defRPr sz="820"/>
            </a:lvl1pPr>
            <a:lvl2pPr>
              <a:defRPr sz="718"/>
            </a:lvl2pPr>
            <a:lvl3pPr>
              <a:defRPr sz="615"/>
            </a:lvl3pPr>
            <a:lvl4pPr>
              <a:defRPr sz="513"/>
            </a:lvl4pPr>
            <a:lvl5pPr>
              <a:defRPr sz="513"/>
            </a:lvl5pPr>
            <a:lvl6pPr>
              <a:defRPr sz="513"/>
            </a:lvl6pPr>
            <a:lvl7pPr>
              <a:defRPr sz="513"/>
            </a:lvl7pPr>
            <a:lvl8pPr>
              <a:defRPr sz="513"/>
            </a:lvl8pPr>
            <a:lvl9pPr>
              <a:defRPr sz="51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397" y="1301591"/>
            <a:ext cx="755727" cy="2411359"/>
          </a:xfrm>
        </p:spPr>
        <p:txBody>
          <a:bodyPr/>
          <a:lstStyle>
            <a:lvl1pPr marL="0" indent="0">
              <a:buNone/>
              <a:defRPr sz="410"/>
            </a:lvl1pPr>
            <a:lvl2pPr marL="117180" indent="0">
              <a:buNone/>
              <a:defRPr sz="359"/>
            </a:lvl2pPr>
            <a:lvl3pPr marL="234361" indent="0">
              <a:buNone/>
              <a:defRPr sz="308"/>
            </a:lvl3pPr>
            <a:lvl4pPr marL="351541" indent="0">
              <a:buNone/>
              <a:defRPr sz="256"/>
            </a:lvl4pPr>
            <a:lvl5pPr marL="468721" indent="0">
              <a:buNone/>
              <a:defRPr sz="256"/>
            </a:lvl5pPr>
            <a:lvl6pPr marL="585902" indent="0">
              <a:buNone/>
              <a:defRPr sz="256"/>
            </a:lvl6pPr>
            <a:lvl7pPr marL="703082" indent="0">
              <a:buNone/>
              <a:defRPr sz="256"/>
            </a:lvl7pPr>
            <a:lvl8pPr marL="820263" indent="0">
              <a:buNone/>
              <a:defRPr sz="256"/>
            </a:lvl8pPr>
            <a:lvl9pPr marL="937443" indent="0">
              <a:buNone/>
              <a:defRPr sz="25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CDE0-1375-494A-BF66-E31DC70050C8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11706-B0EA-446D-B706-DA7280212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223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97" y="289242"/>
            <a:ext cx="755727" cy="1012349"/>
          </a:xfrm>
        </p:spPr>
        <p:txBody>
          <a:bodyPr anchor="b"/>
          <a:lstStyle>
            <a:lvl1pPr>
              <a:defRPr sz="8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96144" y="624685"/>
            <a:ext cx="1186220" cy="3083245"/>
          </a:xfrm>
        </p:spPr>
        <p:txBody>
          <a:bodyPr anchor="t"/>
          <a:lstStyle>
            <a:lvl1pPr marL="0" indent="0">
              <a:buNone/>
              <a:defRPr sz="820"/>
            </a:lvl1pPr>
            <a:lvl2pPr marL="117180" indent="0">
              <a:buNone/>
              <a:defRPr sz="718"/>
            </a:lvl2pPr>
            <a:lvl3pPr marL="234361" indent="0">
              <a:buNone/>
              <a:defRPr sz="615"/>
            </a:lvl3pPr>
            <a:lvl4pPr marL="351541" indent="0">
              <a:buNone/>
              <a:defRPr sz="513"/>
            </a:lvl4pPr>
            <a:lvl5pPr marL="468721" indent="0">
              <a:buNone/>
              <a:defRPr sz="513"/>
            </a:lvl5pPr>
            <a:lvl6pPr marL="585902" indent="0">
              <a:buNone/>
              <a:defRPr sz="513"/>
            </a:lvl6pPr>
            <a:lvl7pPr marL="703082" indent="0">
              <a:buNone/>
              <a:defRPr sz="513"/>
            </a:lvl7pPr>
            <a:lvl8pPr marL="820263" indent="0">
              <a:buNone/>
              <a:defRPr sz="513"/>
            </a:lvl8pPr>
            <a:lvl9pPr marL="937443" indent="0">
              <a:buNone/>
              <a:defRPr sz="51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397" y="1301591"/>
            <a:ext cx="755727" cy="2411359"/>
          </a:xfrm>
        </p:spPr>
        <p:txBody>
          <a:bodyPr/>
          <a:lstStyle>
            <a:lvl1pPr marL="0" indent="0">
              <a:buNone/>
              <a:defRPr sz="410"/>
            </a:lvl1pPr>
            <a:lvl2pPr marL="117180" indent="0">
              <a:buNone/>
              <a:defRPr sz="359"/>
            </a:lvl2pPr>
            <a:lvl3pPr marL="234361" indent="0">
              <a:buNone/>
              <a:defRPr sz="308"/>
            </a:lvl3pPr>
            <a:lvl4pPr marL="351541" indent="0">
              <a:buNone/>
              <a:defRPr sz="256"/>
            </a:lvl4pPr>
            <a:lvl5pPr marL="468721" indent="0">
              <a:buNone/>
              <a:defRPr sz="256"/>
            </a:lvl5pPr>
            <a:lvl6pPr marL="585902" indent="0">
              <a:buNone/>
              <a:defRPr sz="256"/>
            </a:lvl6pPr>
            <a:lvl7pPr marL="703082" indent="0">
              <a:buNone/>
              <a:defRPr sz="256"/>
            </a:lvl7pPr>
            <a:lvl8pPr marL="820263" indent="0">
              <a:buNone/>
              <a:defRPr sz="256"/>
            </a:lvl8pPr>
            <a:lvl9pPr marL="937443" indent="0">
              <a:buNone/>
              <a:defRPr sz="25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CDE0-1375-494A-BF66-E31DC70050C8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11706-B0EA-446D-B706-DA7280212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591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CDE0-1375-494A-BF66-E31DC70050C8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11706-B0EA-446D-B706-DA7280212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623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76817" y="230992"/>
            <a:ext cx="505242" cy="367679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1092" y="230992"/>
            <a:ext cx="1486436" cy="367679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CDE0-1375-494A-BF66-E31DC70050C8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11706-B0EA-446D-B706-DA7280212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24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1092" y="230993"/>
            <a:ext cx="2020967" cy="838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092" y="1154961"/>
            <a:ext cx="2020967" cy="2752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1091" y="4021276"/>
            <a:ext cx="527209" cy="23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DCDE0-1375-494A-BF66-E31DC70050C8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6169" y="4021276"/>
            <a:ext cx="790813" cy="23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54850" y="4021276"/>
            <a:ext cx="527209" cy="23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11706-B0EA-446D-B706-DA7280212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099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34361" rtl="0" eaLnBrk="1" latinLnBrk="0" hangingPunct="1">
        <a:lnSpc>
          <a:spcPct val="90000"/>
        </a:lnSpc>
        <a:spcBef>
          <a:spcPct val="0"/>
        </a:spcBef>
        <a:buNone/>
        <a:defRPr sz="11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8590" indent="-58590" algn="l" defTabSz="234361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718" kern="1200">
          <a:solidFill>
            <a:schemeClr val="tx1"/>
          </a:solidFill>
          <a:latin typeface="+mn-lt"/>
          <a:ea typeface="+mn-ea"/>
          <a:cs typeface="+mn-cs"/>
        </a:defRPr>
      </a:lvl1pPr>
      <a:lvl2pPr marL="175771" indent="-58590" algn="l" defTabSz="234361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sz="615" kern="1200">
          <a:solidFill>
            <a:schemeClr val="tx1"/>
          </a:solidFill>
          <a:latin typeface="+mn-lt"/>
          <a:ea typeface="+mn-ea"/>
          <a:cs typeface="+mn-cs"/>
        </a:defRPr>
      </a:lvl2pPr>
      <a:lvl3pPr marL="292951" indent="-58590" algn="l" defTabSz="234361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sz="513" kern="1200">
          <a:solidFill>
            <a:schemeClr val="tx1"/>
          </a:solidFill>
          <a:latin typeface="+mn-lt"/>
          <a:ea typeface="+mn-ea"/>
          <a:cs typeface="+mn-cs"/>
        </a:defRPr>
      </a:lvl3pPr>
      <a:lvl4pPr marL="410131" indent="-58590" algn="l" defTabSz="234361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sz="461" kern="1200">
          <a:solidFill>
            <a:schemeClr val="tx1"/>
          </a:solidFill>
          <a:latin typeface="+mn-lt"/>
          <a:ea typeface="+mn-ea"/>
          <a:cs typeface="+mn-cs"/>
        </a:defRPr>
      </a:lvl4pPr>
      <a:lvl5pPr marL="527312" indent="-58590" algn="l" defTabSz="234361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sz="461" kern="1200">
          <a:solidFill>
            <a:schemeClr val="tx1"/>
          </a:solidFill>
          <a:latin typeface="+mn-lt"/>
          <a:ea typeface="+mn-ea"/>
          <a:cs typeface="+mn-cs"/>
        </a:defRPr>
      </a:lvl5pPr>
      <a:lvl6pPr marL="644492" indent="-58590" algn="l" defTabSz="234361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sz="461" kern="1200">
          <a:solidFill>
            <a:schemeClr val="tx1"/>
          </a:solidFill>
          <a:latin typeface="+mn-lt"/>
          <a:ea typeface="+mn-ea"/>
          <a:cs typeface="+mn-cs"/>
        </a:defRPr>
      </a:lvl6pPr>
      <a:lvl7pPr marL="761672" indent="-58590" algn="l" defTabSz="234361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sz="461" kern="1200">
          <a:solidFill>
            <a:schemeClr val="tx1"/>
          </a:solidFill>
          <a:latin typeface="+mn-lt"/>
          <a:ea typeface="+mn-ea"/>
          <a:cs typeface="+mn-cs"/>
        </a:defRPr>
      </a:lvl7pPr>
      <a:lvl8pPr marL="878853" indent="-58590" algn="l" defTabSz="234361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sz="461" kern="1200">
          <a:solidFill>
            <a:schemeClr val="tx1"/>
          </a:solidFill>
          <a:latin typeface="+mn-lt"/>
          <a:ea typeface="+mn-ea"/>
          <a:cs typeface="+mn-cs"/>
        </a:defRPr>
      </a:lvl8pPr>
      <a:lvl9pPr marL="996033" indent="-58590" algn="l" defTabSz="234361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sz="4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4361" rtl="0" eaLnBrk="1" latinLnBrk="0" hangingPunct="1">
        <a:defRPr sz="461" kern="1200">
          <a:solidFill>
            <a:schemeClr val="tx1"/>
          </a:solidFill>
          <a:latin typeface="+mn-lt"/>
          <a:ea typeface="+mn-ea"/>
          <a:cs typeface="+mn-cs"/>
        </a:defRPr>
      </a:lvl1pPr>
      <a:lvl2pPr marL="117180" algn="l" defTabSz="234361" rtl="0" eaLnBrk="1" latinLnBrk="0" hangingPunct="1">
        <a:defRPr sz="461" kern="1200">
          <a:solidFill>
            <a:schemeClr val="tx1"/>
          </a:solidFill>
          <a:latin typeface="+mn-lt"/>
          <a:ea typeface="+mn-ea"/>
          <a:cs typeface="+mn-cs"/>
        </a:defRPr>
      </a:lvl2pPr>
      <a:lvl3pPr marL="234361" algn="l" defTabSz="234361" rtl="0" eaLnBrk="1" latinLnBrk="0" hangingPunct="1">
        <a:defRPr sz="461" kern="1200">
          <a:solidFill>
            <a:schemeClr val="tx1"/>
          </a:solidFill>
          <a:latin typeface="+mn-lt"/>
          <a:ea typeface="+mn-ea"/>
          <a:cs typeface="+mn-cs"/>
        </a:defRPr>
      </a:lvl3pPr>
      <a:lvl4pPr marL="351541" algn="l" defTabSz="234361" rtl="0" eaLnBrk="1" latinLnBrk="0" hangingPunct="1">
        <a:defRPr sz="461" kern="1200">
          <a:solidFill>
            <a:schemeClr val="tx1"/>
          </a:solidFill>
          <a:latin typeface="+mn-lt"/>
          <a:ea typeface="+mn-ea"/>
          <a:cs typeface="+mn-cs"/>
        </a:defRPr>
      </a:lvl4pPr>
      <a:lvl5pPr marL="468721" algn="l" defTabSz="234361" rtl="0" eaLnBrk="1" latinLnBrk="0" hangingPunct="1">
        <a:defRPr sz="461" kern="1200">
          <a:solidFill>
            <a:schemeClr val="tx1"/>
          </a:solidFill>
          <a:latin typeface="+mn-lt"/>
          <a:ea typeface="+mn-ea"/>
          <a:cs typeface="+mn-cs"/>
        </a:defRPr>
      </a:lvl5pPr>
      <a:lvl6pPr marL="585902" algn="l" defTabSz="234361" rtl="0" eaLnBrk="1" latinLnBrk="0" hangingPunct="1">
        <a:defRPr sz="461" kern="1200">
          <a:solidFill>
            <a:schemeClr val="tx1"/>
          </a:solidFill>
          <a:latin typeface="+mn-lt"/>
          <a:ea typeface="+mn-ea"/>
          <a:cs typeface="+mn-cs"/>
        </a:defRPr>
      </a:lvl6pPr>
      <a:lvl7pPr marL="703082" algn="l" defTabSz="234361" rtl="0" eaLnBrk="1" latinLnBrk="0" hangingPunct="1">
        <a:defRPr sz="461" kern="1200">
          <a:solidFill>
            <a:schemeClr val="tx1"/>
          </a:solidFill>
          <a:latin typeface="+mn-lt"/>
          <a:ea typeface="+mn-ea"/>
          <a:cs typeface="+mn-cs"/>
        </a:defRPr>
      </a:lvl7pPr>
      <a:lvl8pPr marL="820263" algn="l" defTabSz="234361" rtl="0" eaLnBrk="1" latinLnBrk="0" hangingPunct="1">
        <a:defRPr sz="461" kern="1200">
          <a:solidFill>
            <a:schemeClr val="tx1"/>
          </a:solidFill>
          <a:latin typeface="+mn-lt"/>
          <a:ea typeface="+mn-ea"/>
          <a:cs typeface="+mn-cs"/>
        </a:defRPr>
      </a:lvl8pPr>
      <a:lvl9pPr marL="937443" algn="l" defTabSz="234361" rtl="0" eaLnBrk="1" latinLnBrk="0" hangingPunct="1">
        <a:defRPr sz="4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" name="组合 382">
            <a:extLst>
              <a:ext uri="{FF2B5EF4-FFF2-40B4-BE49-F238E27FC236}">
                <a16:creationId xmlns:a16="http://schemas.microsoft.com/office/drawing/2014/main" id="{26554B93-D642-48C7-9F1B-3E0C9B15ED50}"/>
              </a:ext>
            </a:extLst>
          </p:cNvPr>
          <p:cNvGrpSpPr/>
          <p:nvPr/>
        </p:nvGrpSpPr>
        <p:grpSpPr>
          <a:xfrm>
            <a:off x="88988" y="91962"/>
            <a:ext cx="2165177" cy="4156306"/>
            <a:chOff x="4817206" y="1633096"/>
            <a:chExt cx="2165178" cy="4156306"/>
          </a:xfrm>
        </p:grpSpPr>
        <p:grpSp>
          <p:nvGrpSpPr>
            <p:cNvPr id="335" name="组合 334">
              <a:extLst>
                <a:ext uri="{FF2B5EF4-FFF2-40B4-BE49-F238E27FC236}">
                  <a16:creationId xmlns:a16="http://schemas.microsoft.com/office/drawing/2014/main" id="{F6434303-5A86-4A44-9E5E-45349D50F47E}"/>
                </a:ext>
              </a:extLst>
            </p:cNvPr>
            <p:cNvGrpSpPr/>
            <p:nvPr/>
          </p:nvGrpSpPr>
          <p:grpSpPr>
            <a:xfrm>
              <a:off x="5061322" y="2366289"/>
              <a:ext cx="1921062" cy="2698595"/>
              <a:chOff x="1238451" y="2884449"/>
              <a:chExt cx="1921062" cy="2698595"/>
            </a:xfrm>
          </p:grpSpPr>
          <p:sp>
            <p:nvSpPr>
              <p:cNvPr id="336" name="矩形: 圆角 335">
                <a:extLst>
                  <a:ext uri="{FF2B5EF4-FFF2-40B4-BE49-F238E27FC236}">
                    <a16:creationId xmlns:a16="http://schemas.microsoft.com/office/drawing/2014/main" id="{46818D82-AF1F-4DF8-AF1C-5E01FB2F89BB}"/>
                  </a:ext>
                </a:extLst>
              </p:cNvPr>
              <p:cNvSpPr/>
              <p:nvPr/>
            </p:nvSpPr>
            <p:spPr>
              <a:xfrm>
                <a:off x="1238451" y="2884449"/>
                <a:ext cx="1921062" cy="2698595"/>
              </a:xfrm>
              <a:prstGeom prst="roundRect">
                <a:avLst>
                  <a:gd name="adj" fmla="val 1735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7" name="矩形: 圆角 336">
                <a:extLst>
                  <a:ext uri="{FF2B5EF4-FFF2-40B4-BE49-F238E27FC236}">
                    <a16:creationId xmlns:a16="http://schemas.microsoft.com/office/drawing/2014/main" id="{00AF2FD1-01C3-47F6-A76E-FFB0157F868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077937" y="4611802"/>
                <a:ext cx="227575" cy="270723"/>
              </a:xfrm>
              <a:prstGeom prst="roundRect">
                <a:avLst>
                  <a:gd name="adj" fmla="val 7650"/>
                </a:avLst>
              </a:prstGeom>
              <a:solidFill>
                <a:srgbClr val="FFC000"/>
              </a:solidFill>
              <a:ln w="381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2" b="1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endParaRPr lang="zh-CN" altLang="en-US" sz="1202" b="1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8" name="矩形: 圆角 337">
                <a:extLst>
                  <a:ext uri="{FF2B5EF4-FFF2-40B4-BE49-F238E27FC236}">
                    <a16:creationId xmlns:a16="http://schemas.microsoft.com/office/drawing/2014/main" id="{7661F73B-448C-4C45-A233-18FBECBEC31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770091" y="4611802"/>
                <a:ext cx="227575" cy="270723"/>
              </a:xfrm>
              <a:prstGeom prst="roundRect">
                <a:avLst>
                  <a:gd name="adj" fmla="val 7650"/>
                </a:avLst>
              </a:prstGeom>
              <a:solidFill>
                <a:srgbClr val="00B050"/>
              </a:solidFill>
              <a:ln w="381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2" b="1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endParaRPr lang="zh-CN" altLang="en-US" sz="1202" b="1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9" name="矩形: 圆角 338">
                <a:extLst>
                  <a:ext uri="{FF2B5EF4-FFF2-40B4-BE49-F238E27FC236}">
                    <a16:creationId xmlns:a16="http://schemas.microsoft.com/office/drawing/2014/main" id="{FCE939A9-8519-4064-BBE2-5192806EE76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6769" y="4611802"/>
                <a:ext cx="227575" cy="270723"/>
              </a:xfrm>
              <a:prstGeom prst="roundRect">
                <a:avLst>
                  <a:gd name="adj" fmla="val 7650"/>
                </a:avLst>
              </a:prstGeom>
              <a:solidFill>
                <a:srgbClr val="00B0F0"/>
              </a:solidFill>
              <a:ln w="381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2" b="1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endParaRPr lang="zh-CN" altLang="en-US" sz="1202" b="1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40" name="组合 339">
                <a:extLst>
                  <a:ext uri="{FF2B5EF4-FFF2-40B4-BE49-F238E27FC236}">
                    <a16:creationId xmlns:a16="http://schemas.microsoft.com/office/drawing/2014/main" id="{25D0BFF4-E59A-4CF9-B407-393C43DAF86B}"/>
                  </a:ext>
                </a:extLst>
              </p:cNvPr>
              <p:cNvGrpSpPr/>
              <p:nvPr/>
            </p:nvGrpSpPr>
            <p:grpSpPr>
              <a:xfrm>
                <a:off x="1725289" y="3985691"/>
                <a:ext cx="231590" cy="231590"/>
                <a:chOff x="424086" y="1330789"/>
                <a:chExt cx="231590" cy="231590"/>
              </a:xfrm>
            </p:grpSpPr>
            <p:sp>
              <p:nvSpPr>
                <p:cNvPr id="357" name="椭圆 356">
                  <a:extLst>
                    <a:ext uri="{FF2B5EF4-FFF2-40B4-BE49-F238E27FC236}">
                      <a16:creationId xmlns:a16="http://schemas.microsoft.com/office/drawing/2014/main" id="{39E5AB17-A770-488A-98D0-9E66371A021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24086" y="1330789"/>
                  <a:ext cx="231590" cy="231590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3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358" name="组合 357">
                  <a:extLst>
                    <a:ext uri="{FF2B5EF4-FFF2-40B4-BE49-F238E27FC236}">
                      <a16:creationId xmlns:a16="http://schemas.microsoft.com/office/drawing/2014/main" id="{E429E902-508D-43BD-951A-8B7C2D8E0AD8}"/>
                    </a:ext>
                  </a:extLst>
                </p:cNvPr>
                <p:cNvGrpSpPr/>
                <p:nvPr/>
              </p:nvGrpSpPr>
              <p:grpSpPr>
                <a:xfrm>
                  <a:off x="476494" y="1382360"/>
                  <a:ext cx="126774" cy="128448"/>
                  <a:chOff x="1811276" y="1973157"/>
                  <a:chExt cx="126774" cy="128448"/>
                </a:xfrm>
              </p:grpSpPr>
              <p:sp>
                <p:nvSpPr>
                  <p:cNvPr id="359" name="任意多边形: 形状 358">
                    <a:extLst>
                      <a:ext uri="{FF2B5EF4-FFF2-40B4-BE49-F238E27FC236}">
                        <a16:creationId xmlns:a16="http://schemas.microsoft.com/office/drawing/2014/main" id="{CC59C108-79FE-4DEB-97F8-B910068D9905}"/>
                      </a:ext>
                    </a:extLst>
                  </p:cNvPr>
                  <p:cNvSpPr/>
                  <p:nvPr/>
                </p:nvSpPr>
                <p:spPr>
                  <a:xfrm>
                    <a:off x="1811279" y="1973161"/>
                    <a:ext cx="126770" cy="128444"/>
                  </a:xfrm>
                  <a:custGeom>
                    <a:avLst/>
                    <a:gdLst>
                      <a:gd name="connsiteX0" fmla="*/ 126770 w 126770"/>
                      <a:gd name="connsiteY0" fmla="*/ 8535 h 128444"/>
                      <a:gd name="connsiteX1" fmla="*/ 8535 w 126770"/>
                      <a:gd name="connsiteY1" fmla="*/ 128445 h 128444"/>
                      <a:gd name="connsiteX2" fmla="*/ 0 w 126770"/>
                      <a:gd name="connsiteY2" fmla="*/ 119909 h 128444"/>
                      <a:gd name="connsiteX3" fmla="*/ 118235 w 126770"/>
                      <a:gd name="connsiteY3" fmla="*/ 0 h 128444"/>
                      <a:gd name="connsiteX4" fmla="*/ 126770 w 126770"/>
                      <a:gd name="connsiteY4" fmla="*/ 8535 h 1284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6770" h="128444">
                        <a:moveTo>
                          <a:pt x="126770" y="8535"/>
                        </a:moveTo>
                        <a:lnTo>
                          <a:pt x="8535" y="128445"/>
                        </a:lnTo>
                        <a:lnTo>
                          <a:pt x="0" y="119909"/>
                        </a:lnTo>
                        <a:lnTo>
                          <a:pt x="118235" y="0"/>
                        </a:lnTo>
                        <a:lnTo>
                          <a:pt x="126770" y="8535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186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2" tIns="45721" rIns="91442" bIns="45721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0" name="任意多边形: 形状 359">
                    <a:extLst>
                      <a:ext uri="{FF2B5EF4-FFF2-40B4-BE49-F238E27FC236}">
                        <a16:creationId xmlns:a16="http://schemas.microsoft.com/office/drawing/2014/main" id="{D613368A-04DE-42CA-B1E6-D4E253B7B041}"/>
                      </a:ext>
                    </a:extLst>
                  </p:cNvPr>
                  <p:cNvSpPr/>
                  <p:nvPr/>
                </p:nvSpPr>
                <p:spPr>
                  <a:xfrm>
                    <a:off x="1811276" y="1973157"/>
                    <a:ext cx="126774" cy="126774"/>
                  </a:xfrm>
                  <a:custGeom>
                    <a:avLst/>
                    <a:gdLst>
                      <a:gd name="connsiteX0" fmla="*/ 0 w 126774"/>
                      <a:gd name="connsiteY0" fmla="*/ 8535 h 126774"/>
                      <a:gd name="connsiteX1" fmla="*/ 8534 w 126774"/>
                      <a:gd name="connsiteY1" fmla="*/ 0 h 126774"/>
                      <a:gd name="connsiteX2" fmla="*/ 126775 w 126774"/>
                      <a:gd name="connsiteY2" fmla="*/ 118240 h 126774"/>
                      <a:gd name="connsiteX3" fmla="*/ 118240 w 126774"/>
                      <a:gd name="connsiteY3" fmla="*/ 126775 h 1267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774" h="126774">
                        <a:moveTo>
                          <a:pt x="0" y="8535"/>
                        </a:moveTo>
                        <a:lnTo>
                          <a:pt x="8534" y="0"/>
                        </a:lnTo>
                        <a:lnTo>
                          <a:pt x="126775" y="118240"/>
                        </a:lnTo>
                        <a:lnTo>
                          <a:pt x="118240" y="126775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186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2" tIns="45721" rIns="91442" bIns="45721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341" name="椭圆 340">
                <a:extLst>
                  <a:ext uri="{FF2B5EF4-FFF2-40B4-BE49-F238E27FC236}">
                    <a16:creationId xmlns:a16="http://schemas.microsoft.com/office/drawing/2014/main" id="{6853DD32-8FC1-4603-B256-758A380FB1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25289" y="3549497"/>
                <a:ext cx="231590" cy="23159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bIns="144000" rtlCol="0" anchor="ctr" anchorCtr="0"/>
              <a:lstStyle/>
              <a:p>
                <a:pPr algn="ctr"/>
                <a:endParaRPr lang="zh-CN" altLang="en-US" sz="1603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2" name="文本框 341">
                <a:extLst>
                  <a:ext uri="{FF2B5EF4-FFF2-40B4-BE49-F238E27FC236}">
                    <a16:creationId xmlns:a16="http://schemas.microsoft.com/office/drawing/2014/main" id="{A96CBBEC-337D-4E10-95E1-A9C6C9836AB3}"/>
                  </a:ext>
                </a:extLst>
              </p:cNvPr>
              <p:cNvSpPr txBox="1"/>
              <p:nvPr/>
            </p:nvSpPr>
            <p:spPr>
              <a:xfrm>
                <a:off x="1761524" y="3477094"/>
                <a:ext cx="153616" cy="339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altLang="zh-CN" sz="1603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endParaRPr lang="zh-CN" altLang="en-US" sz="1603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43" name="连接符: 肘形 208">
                <a:extLst>
                  <a:ext uri="{FF2B5EF4-FFF2-40B4-BE49-F238E27FC236}">
                    <a16:creationId xmlns:a16="http://schemas.microsoft.com/office/drawing/2014/main" id="{00A2294A-C179-4975-9BF5-F01DBBD5C4B9}"/>
                  </a:ext>
                </a:extLst>
              </p:cNvPr>
              <p:cNvCxnSpPr>
                <a:cxnSpLocks/>
                <a:stCxn id="357" idx="0"/>
                <a:endCxn id="341" idx="4"/>
              </p:cNvCxnSpPr>
              <p:nvPr/>
            </p:nvCxnSpPr>
            <p:spPr>
              <a:xfrm flipV="1">
                <a:off x="1841084" y="3781087"/>
                <a:ext cx="0" cy="20460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4" name="组合 343">
                <a:extLst>
                  <a:ext uri="{FF2B5EF4-FFF2-40B4-BE49-F238E27FC236}">
                    <a16:creationId xmlns:a16="http://schemas.microsoft.com/office/drawing/2014/main" id="{65734D4F-C1B3-4013-B3A1-C52B308A4EBD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2075929" y="2948760"/>
                <a:ext cx="231590" cy="231590"/>
                <a:chOff x="424086" y="1330789"/>
                <a:chExt cx="231590" cy="231590"/>
              </a:xfrm>
            </p:grpSpPr>
            <p:sp>
              <p:nvSpPr>
                <p:cNvPr id="353" name="椭圆 352">
                  <a:extLst>
                    <a:ext uri="{FF2B5EF4-FFF2-40B4-BE49-F238E27FC236}">
                      <a16:creationId xmlns:a16="http://schemas.microsoft.com/office/drawing/2014/main" id="{C2CF9F5B-2EBB-4018-942D-9BD877C4BA3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24086" y="1330789"/>
                  <a:ext cx="231590" cy="231590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3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354" name="组合 353">
                  <a:extLst>
                    <a:ext uri="{FF2B5EF4-FFF2-40B4-BE49-F238E27FC236}">
                      <a16:creationId xmlns:a16="http://schemas.microsoft.com/office/drawing/2014/main" id="{F2DF3DE6-F5A3-4B4F-B208-43DE6181DF06}"/>
                    </a:ext>
                  </a:extLst>
                </p:cNvPr>
                <p:cNvGrpSpPr/>
                <p:nvPr/>
              </p:nvGrpSpPr>
              <p:grpSpPr>
                <a:xfrm>
                  <a:off x="476494" y="1382360"/>
                  <a:ext cx="126774" cy="128448"/>
                  <a:chOff x="1811276" y="1973157"/>
                  <a:chExt cx="126774" cy="128448"/>
                </a:xfrm>
              </p:grpSpPr>
              <p:sp>
                <p:nvSpPr>
                  <p:cNvPr id="355" name="任意多边形: 形状 354">
                    <a:extLst>
                      <a:ext uri="{FF2B5EF4-FFF2-40B4-BE49-F238E27FC236}">
                        <a16:creationId xmlns:a16="http://schemas.microsoft.com/office/drawing/2014/main" id="{60D26D33-C7CE-4A21-A9F2-CF207CB30857}"/>
                      </a:ext>
                    </a:extLst>
                  </p:cNvPr>
                  <p:cNvSpPr/>
                  <p:nvPr/>
                </p:nvSpPr>
                <p:spPr>
                  <a:xfrm>
                    <a:off x="1811279" y="1973161"/>
                    <a:ext cx="126770" cy="128444"/>
                  </a:xfrm>
                  <a:custGeom>
                    <a:avLst/>
                    <a:gdLst>
                      <a:gd name="connsiteX0" fmla="*/ 126770 w 126770"/>
                      <a:gd name="connsiteY0" fmla="*/ 8535 h 128444"/>
                      <a:gd name="connsiteX1" fmla="*/ 8535 w 126770"/>
                      <a:gd name="connsiteY1" fmla="*/ 128445 h 128444"/>
                      <a:gd name="connsiteX2" fmla="*/ 0 w 126770"/>
                      <a:gd name="connsiteY2" fmla="*/ 119909 h 128444"/>
                      <a:gd name="connsiteX3" fmla="*/ 118235 w 126770"/>
                      <a:gd name="connsiteY3" fmla="*/ 0 h 128444"/>
                      <a:gd name="connsiteX4" fmla="*/ 126770 w 126770"/>
                      <a:gd name="connsiteY4" fmla="*/ 8535 h 1284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6770" h="128444">
                        <a:moveTo>
                          <a:pt x="126770" y="8535"/>
                        </a:moveTo>
                        <a:lnTo>
                          <a:pt x="8535" y="128445"/>
                        </a:lnTo>
                        <a:lnTo>
                          <a:pt x="0" y="119909"/>
                        </a:lnTo>
                        <a:lnTo>
                          <a:pt x="118235" y="0"/>
                        </a:lnTo>
                        <a:lnTo>
                          <a:pt x="126770" y="8535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186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2" tIns="45721" rIns="91442" bIns="45721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6" name="任意多边形: 形状 355">
                    <a:extLst>
                      <a:ext uri="{FF2B5EF4-FFF2-40B4-BE49-F238E27FC236}">
                        <a16:creationId xmlns:a16="http://schemas.microsoft.com/office/drawing/2014/main" id="{EE0D7125-C6A9-42FF-B823-CEB215ECCB38}"/>
                      </a:ext>
                    </a:extLst>
                  </p:cNvPr>
                  <p:cNvSpPr/>
                  <p:nvPr/>
                </p:nvSpPr>
                <p:spPr>
                  <a:xfrm>
                    <a:off x="1811276" y="1973157"/>
                    <a:ext cx="126774" cy="126774"/>
                  </a:xfrm>
                  <a:custGeom>
                    <a:avLst/>
                    <a:gdLst>
                      <a:gd name="connsiteX0" fmla="*/ 0 w 126774"/>
                      <a:gd name="connsiteY0" fmla="*/ 8535 h 126774"/>
                      <a:gd name="connsiteX1" fmla="*/ 8534 w 126774"/>
                      <a:gd name="connsiteY1" fmla="*/ 0 h 126774"/>
                      <a:gd name="connsiteX2" fmla="*/ 126775 w 126774"/>
                      <a:gd name="connsiteY2" fmla="*/ 118240 h 126774"/>
                      <a:gd name="connsiteX3" fmla="*/ 118240 w 126774"/>
                      <a:gd name="connsiteY3" fmla="*/ 126775 h 1267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774" h="126774">
                        <a:moveTo>
                          <a:pt x="0" y="8535"/>
                        </a:moveTo>
                        <a:lnTo>
                          <a:pt x="8534" y="0"/>
                        </a:lnTo>
                        <a:lnTo>
                          <a:pt x="126775" y="118240"/>
                        </a:lnTo>
                        <a:lnTo>
                          <a:pt x="118240" y="126775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186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2" tIns="45721" rIns="91442" bIns="45721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</p:grpSp>
          <p:cxnSp>
            <p:nvCxnSpPr>
              <p:cNvPr id="345" name="连接符: 肘形 208">
                <a:extLst>
                  <a:ext uri="{FF2B5EF4-FFF2-40B4-BE49-F238E27FC236}">
                    <a16:creationId xmlns:a16="http://schemas.microsoft.com/office/drawing/2014/main" id="{17548C8C-499E-4275-A2FD-814872EABAE0}"/>
                  </a:ext>
                </a:extLst>
              </p:cNvPr>
              <p:cNvCxnSpPr>
                <a:cxnSpLocks/>
                <a:stCxn id="339" idx="0"/>
                <a:endCxn id="357" idx="4"/>
              </p:cNvCxnSpPr>
              <p:nvPr/>
            </p:nvCxnSpPr>
            <p:spPr>
              <a:xfrm rot="5400000" flipH="1" flipV="1">
                <a:off x="1468560" y="4239279"/>
                <a:ext cx="394521" cy="350527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连接符: 肘形 208">
                <a:extLst>
                  <a:ext uri="{FF2B5EF4-FFF2-40B4-BE49-F238E27FC236}">
                    <a16:creationId xmlns:a16="http://schemas.microsoft.com/office/drawing/2014/main" id="{03370F61-57BE-473B-B497-14191EFB0B28}"/>
                  </a:ext>
                </a:extLst>
              </p:cNvPr>
              <p:cNvCxnSpPr>
                <a:cxnSpLocks/>
                <a:stCxn id="337" idx="0"/>
                <a:endCxn id="357" idx="4"/>
              </p:cNvCxnSpPr>
              <p:nvPr/>
            </p:nvCxnSpPr>
            <p:spPr>
              <a:xfrm rot="16200000" flipV="1">
                <a:off x="1819145" y="4239221"/>
                <a:ext cx="394521" cy="350641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连接符: 肘形 208">
                <a:extLst>
                  <a:ext uri="{FF2B5EF4-FFF2-40B4-BE49-F238E27FC236}">
                    <a16:creationId xmlns:a16="http://schemas.microsoft.com/office/drawing/2014/main" id="{8522E4D9-8349-4F12-9440-B5912B74C96E}"/>
                  </a:ext>
                </a:extLst>
              </p:cNvPr>
              <p:cNvCxnSpPr>
                <a:cxnSpLocks/>
                <a:stCxn id="341" idx="0"/>
                <a:endCxn id="353" idx="4"/>
              </p:cNvCxnSpPr>
              <p:nvPr/>
            </p:nvCxnSpPr>
            <p:spPr>
              <a:xfrm rot="5400000" flipH="1" flipV="1">
                <a:off x="1831831" y="3189604"/>
                <a:ext cx="369147" cy="350640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连接符: 肘形 208">
                <a:extLst>
                  <a:ext uri="{FF2B5EF4-FFF2-40B4-BE49-F238E27FC236}">
                    <a16:creationId xmlns:a16="http://schemas.microsoft.com/office/drawing/2014/main" id="{CE1745FD-AA45-4894-A37B-8691BB3B37C6}"/>
                  </a:ext>
                </a:extLst>
              </p:cNvPr>
              <p:cNvCxnSpPr>
                <a:cxnSpLocks/>
                <a:stCxn id="338" idx="0"/>
                <a:endCxn id="353" idx="4"/>
              </p:cNvCxnSpPr>
              <p:nvPr/>
            </p:nvCxnSpPr>
            <p:spPr>
              <a:xfrm rot="16200000" flipV="1">
                <a:off x="1822076" y="3549998"/>
                <a:ext cx="1431452" cy="692155"/>
              </a:xfrm>
              <a:prstGeom prst="bentConnector3">
                <a:avLst>
                  <a:gd name="adj1" fmla="val 87262"/>
                </a:avLst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9" name="椭圆 348">
                <a:extLst>
                  <a:ext uri="{FF2B5EF4-FFF2-40B4-BE49-F238E27FC236}">
                    <a16:creationId xmlns:a16="http://schemas.microsoft.com/office/drawing/2014/main" id="{1DA1F580-03DA-4D4A-9A70-ACC5AD2CAE2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075929" y="5212466"/>
                <a:ext cx="231590" cy="23159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3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zh-CN" altLang="en-US" sz="1603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50" name="连接符: 肘形 208">
                <a:extLst>
                  <a:ext uri="{FF2B5EF4-FFF2-40B4-BE49-F238E27FC236}">
                    <a16:creationId xmlns:a16="http://schemas.microsoft.com/office/drawing/2014/main" id="{E73B36E8-4FBE-44A3-A238-16CA154CA092}"/>
                  </a:ext>
                </a:extLst>
              </p:cNvPr>
              <p:cNvCxnSpPr>
                <a:cxnSpLocks/>
                <a:stCxn id="349" idx="0"/>
                <a:endCxn id="339" idx="2"/>
              </p:cNvCxnSpPr>
              <p:nvPr/>
            </p:nvCxnSpPr>
            <p:spPr>
              <a:xfrm rot="16200000" flipV="1">
                <a:off x="1676171" y="4696912"/>
                <a:ext cx="329941" cy="701167"/>
              </a:xfrm>
              <a:prstGeom prst="bentConnector3">
                <a:avLst>
                  <a:gd name="adj1" fmla="val 34603"/>
                </a:avLst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连接符: 肘形 208">
                <a:extLst>
                  <a:ext uri="{FF2B5EF4-FFF2-40B4-BE49-F238E27FC236}">
                    <a16:creationId xmlns:a16="http://schemas.microsoft.com/office/drawing/2014/main" id="{F5B49364-3780-4950-BB15-C340815E5848}"/>
                  </a:ext>
                </a:extLst>
              </p:cNvPr>
              <p:cNvCxnSpPr>
                <a:cxnSpLocks/>
                <a:stCxn id="349" idx="0"/>
                <a:endCxn id="338" idx="2"/>
              </p:cNvCxnSpPr>
              <p:nvPr/>
            </p:nvCxnSpPr>
            <p:spPr>
              <a:xfrm rot="5400000" flipH="1" flipV="1">
                <a:off x="2372831" y="4701419"/>
                <a:ext cx="329941" cy="692155"/>
              </a:xfrm>
              <a:prstGeom prst="bentConnector3">
                <a:avLst>
                  <a:gd name="adj1" fmla="val 37683"/>
                </a:avLst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连接符: 肘形 208">
                <a:extLst>
                  <a:ext uri="{FF2B5EF4-FFF2-40B4-BE49-F238E27FC236}">
                    <a16:creationId xmlns:a16="http://schemas.microsoft.com/office/drawing/2014/main" id="{2C7CE84D-8F0E-4BAE-ACD2-17CDFEFB50E6}"/>
                  </a:ext>
                </a:extLst>
              </p:cNvPr>
              <p:cNvCxnSpPr>
                <a:cxnSpLocks/>
                <a:stCxn id="349" idx="0"/>
                <a:endCxn id="337" idx="2"/>
              </p:cNvCxnSpPr>
              <p:nvPr/>
            </p:nvCxnSpPr>
            <p:spPr>
              <a:xfrm flipV="1">
                <a:off x="2191724" y="4882525"/>
                <a:ext cx="1" cy="32994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8" name="组合 307">
              <a:extLst>
                <a:ext uri="{FF2B5EF4-FFF2-40B4-BE49-F238E27FC236}">
                  <a16:creationId xmlns:a16="http://schemas.microsoft.com/office/drawing/2014/main" id="{DE64D70C-B66E-4752-8D22-09FCC6A0C795}"/>
                </a:ext>
              </a:extLst>
            </p:cNvPr>
            <p:cNvGrpSpPr/>
            <p:nvPr/>
          </p:nvGrpSpPr>
          <p:grpSpPr>
            <a:xfrm>
              <a:off x="4939264" y="2446299"/>
              <a:ext cx="1921062" cy="2698595"/>
              <a:chOff x="1238451" y="2884449"/>
              <a:chExt cx="1921062" cy="2698595"/>
            </a:xfrm>
          </p:grpSpPr>
          <p:sp>
            <p:nvSpPr>
              <p:cNvPr id="134" name="矩形: 圆角 133">
                <a:extLst>
                  <a:ext uri="{FF2B5EF4-FFF2-40B4-BE49-F238E27FC236}">
                    <a16:creationId xmlns:a16="http://schemas.microsoft.com/office/drawing/2014/main" id="{BDF742C7-1076-403F-A605-4A4EAE4875C4}"/>
                  </a:ext>
                </a:extLst>
              </p:cNvPr>
              <p:cNvSpPr/>
              <p:nvPr/>
            </p:nvSpPr>
            <p:spPr>
              <a:xfrm>
                <a:off x="1238451" y="2884449"/>
                <a:ext cx="1921062" cy="2698595"/>
              </a:xfrm>
              <a:prstGeom prst="roundRect">
                <a:avLst>
                  <a:gd name="adj" fmla="val 1735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27717B68-2390-4B5E-A13E-B0DCC410CAE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077937" y="4611802"/>
                <a:ext cx="227575" cy="270723"/>
              </a:xfrm>
              <a:prstGeom prst="roundRect">
                <a:avLst>
                  <a:gd name="adj" fmla="val 7650"/>
                </a:avLst>
              </a:prstGeom>
              <a:solidFill>
                <a:srgbClr val="FFC000"/>
              </a:solidFill>
              <a:ln w="381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2" b="1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endParaRPr lang="zh-CN" altLang="en-US" sz="1202" b="1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矩形: 圆角 41">
                <a:extLst>
                  <a:ext uri="{FF2B5EF4-FFF2-40B4-BE49-F238E27FC236}">
                    <a16:creationId xmlns:a16="http://schemas.microsoft.com/office/drawing/2014/main" id="{D7612AF5-5FAD-4893-9FDC-418D3BF8A02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770091" y="4611802"/>
                <a:ext cx="227575" cy="270723"/>
              </a:xfrm>
              <a:prstGeom prst="roundRect">
                <a:avLst>
                  <a:gd name="adj" fmla="val 7650"/>
                </a:avLst>
              </a:prstGeom>
              <a:solidFill>
                <a:srgbClr val="00B050"/>
              </a:solidFill>
              <a:ln w="381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2" b="1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endParaRPr lang="zh-CN" altLang="en-US" sz="1202" b="1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矩形: 圆角 42">
                <a:extLst>
                  <a:ext uri="{FF2B5EF4-FFF2-40B4-BE49-F238E27FC236}">
                    <a16:creationId xmlns:a16="http://schemas.microsoft.com/office/drawing/2014/main" id="{2D686E05-18EB-4819-B1C3-753BA7E7B7F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6769" y="4611802"/>
                <a:ext cx="227575" cy="270723"/>
              </a:xfrm>
              <a:prstGeom prst="roundRect">
                <a:avLst>
                  <a:gd name="adj" fmla="val 7650"/>
                </a:avLst>
              </a:prstGeom>
              <a:solidFill>
                <a:srgbClr val="00B0F0"/>
              </a:solidFill>
              <a:ln w="381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2" b="1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endParaRPr lang="zh-CN" altLang="en-US" sz="1202" b="1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F5F969A6-70D7-44E2-BAEB-2CFEA3EFCDB9}"/>
                  </a:ext>
                </a:extLst>
              </p:cNvPr>
              <p:cNvGrpSpPr/>
              <p:nvPr/>
            </p:nvGrpSpPr>
            <p:grpSpPr>
              <a:xfrm>
                <a:off x="1725289" y="3985691"/>
                <a:ext cx="231590" cy="231590"/>
                <a:chOff x="424086" y="1330789"/>
                <a:chExt cx="231590" cy="231590"/>
              </a:xfrm>
            </p:grpSpPr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744F1C30-4654-4EE3-A91A-ACE505C449F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24086" y="1330789"/>
                  <a:ext cx="231590" cy="231590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3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46" name="组合 45">
                  <a:extLst>
                    <a:ext uri="{FF2B5EF4-FFF2-40B4-BE49-F238E27FC236}">
                      <a16:creationId xmlns:a16="http://schemas.microsoft.com/office/drawing/2014/main" id="{1C09EEB0-EAA2-42EB-B51A-6672492E4BD1}"/>
                    </a:ext>
                  </a:extLst>
                </p:cNvPr>
                <p:cNvGrpSpPr/>
                <p:nvPr/>
              </p:nvGrpSpPr>
              <p:grpSpPr>
                <a:xfrm>
                  <a:off x="476494" y="1382360"/>
                  <a:ext cx="126774" cy="128448"/>
                  <a:chOff x="1811276" y="1973157"/>
                  <a:chExt cx="126774" cy="128448"/>
                </a:xfrm>
              </p:grpSpPr>
              <p:sp>
                <p:nvSpPr>
                  <p:cNvPr id="47" name="任意多边形: 形状 46">
                    <a:extLst>
                      <a:ext uri="{FF2B5EF4-FFF2-40B4-BE49-F238E27FC236}">
                        <a16:creationId xmlns:a16="http://schemas.microsoft.com/office/drawing/2014/main" id="{B946F2CE-8C14-483D-9F7D-C750A2A9C0F4}"/>
                      </a:ext>
                    </a:extLst>
                  </p:cNvPr>
                  <p:cNvSpPr/>
                  <p:nvPr/>
                </p:nvSpPr>
                <p:spPr>
                  <a:xfrm>
                    <a:off x="1811279" y="1973161"/>
                    <a:ext cx="126770" cy="128444"/>
                  </a:xfrm>
                  <a:custGeom>
                    <a:avLst/>
                    <a:gdLst>
                      <a:gd name="connsiteX0" fmla="*/ 126770 w 126770"/>
                      <a:gd name="connsiteY0" fmla="*/ 8535 h 128444"/>
                      <a:gd name="connsiteX1" fmla="*/ 8535 w 126770"/>
                      <a:gd name="connsiteY1" fmla="*/ 128445 h 128444"/>
                      <a:gd name="connsiteX2" fmla="*/ 0 w 126770"/>
                      <a:gd name="connsiteY2" fmla="*/ 119909 h 128444"/>
                      <a:gd name="connsiteX3" fmla="*/ 118235 w 126770"/>
                      <a:gd name="connsiteY3" fmla="*/ 0 h 128444"/>
                      <a:gd name="connsiteX4" fmla="*/ 126770 w 126770"/>
                      <a:gd name="connsiteY4" fmla="*/ 8535 h 1284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6770" h="128444">
                        <a:moveTo>
                          <a:pt x="126770" y="8535"/>
                        </a:moveTo>
                        <a:lnTo>
                          <a:pt x="8535" y="128445"/>
                        </a:lnTo>
                        <a:lnTo>
                          <a:pt x="0" y="119909"/>
                        </a:lnTo>
                        <a:lnTo>
                          <a:pt x="118235" y="0"/>
                        </a:lnTo>
                        <a:lnTo>
                          <a:pt x="126770" y="8535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186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2" tIns="45721" rIns="91442" bIns="45721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" name="任意多边形: 形状 47">
                    <a:extLst>
                      <a:ext uri="{FF2B5EF4-FFF2-40B4-BE49-F238E27FC236}">
                        <a16:creationId xmlns:a16="http://schemas.microsoft.com/office/drawing/2014/main" id="{AEC7723C-2781-4ABA-A3CD-397C995F3D7C}"/>
                      </a:ext>
                    </a:extLst>
                  </p:cNvPr>
                  <p:cNvSpPr/>
                  <p:nvPr/>
                </p:nvSpPr>
                <p:spPr>
                  <a:xfrm>
                    <a:off x="1811276" y="1973157"/>
                    <a:ext cx="126774" cy="126774"/>
                  </a:xfrm>
                  <a:custGeom>
                    <a:avLst/>
                    <a:gdLst>
                      <a:gd name="connsiteX0" fmla="*/ 0 w 126774"/>
                      <a:gd name="connsiteY0" fmla="*/ 8535 h 126774"/>
                      <a:gd name="connsiteX1" fmla="*/ 8534 w 126774"/>
                      <a:gd name="connsiteY1" fmla="*/ 0 h 126774"/>
                      <a:gd name="connsiteX2" fmla="*/ 126775 w 126774"/>
                      <a:gd name="connsiteY2" fmla="*/ 118240 h 126774"/>
                      <a:gd name="connsiteX3" fmla="*/ 118240 w 126774"/>
                      <a:gd name="connsiteY3" fmla="*/ 126775 h 1267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774" h="126774">
                        <a:moveTo>
                          <a:pt x="0" y="8535"/>
                        </a:moveTo>
                        <a:lnTo>
                          <a:pt x="8534" y="0"/>
                        </a:lnTo>
                        <a:lnTo>
                          <a:pt x="126775" y="118240"/>
                        </a:lnTo>
                        <a:lnTo>
                          <a:pt x="118240" y="126775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186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2" tIns="45721" rIns="91442" bIns="45721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9FEFC1A6-21C1-4691-9EBB-23CF62D49C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25289" y="3549497"/>
                <a:ext cx="231590" cy="23159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bIns="144000" rtlCol="0" anchor="ctr" anchorCtr="0"/>
              <a:lstStyle/>
              <a:p>
                <a:pPr algn="ctr"/>
                <a:endParaRPr lang="zh-CN" altLang="en-US" sz="1603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E19DFCE9-F816-48E1-872F-DBCECEB44843}"/>
                  </a:ext>
                </a:extLst>
              </p:cNvPr>
              <p:cNvSpPr txBox="1"/>
              <p:nvPr/>
            </p:nvSpPr>
            <p:spPr>
              <a:xfrm>
                <a:off x="1761524" y="3477094"/>
                <a:ext cx="153616" cy="339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altLang="zh-CN" sz="1603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endParaRPr lang="zh-CN" altLang="en-US" sz="1603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1" name="连接符: 肘形 208">
                <a:extLst>
                  <a:ext uri="{FF2B5EF4-FFF2-40B4-BE49-F238E27FC236}">
                    <a16:creationId xmlns:a16="http://schemas.microsoft.com/office/drawing/2014/main" id="{F593377C-3B91-4C65-8762-B533D7E95A89}"/>
                  </a:ext>
                </a:extLst>
              </p:cNvPr>
              <p:cNvCxnSpPr>
                <a:cxnSpLocks/>
                <a:stCxn id="45" idx="0"/>
                <a:endCxn id="49" idx="4"/>
              </p:cNvCxnSpPr>
              <p:nvPr/>
            </p:nvCxnSpPr>
            <p:spPr>
              <a:xfrm flipV="1">
                <a:off x="1841084" y="3781087"/>
                <a:ext cx="0" cy="20460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34AEC6D5-1107-4122-9F03-4AB55FCFC5C5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2075929" y="2948760"/>
                <a:ext cx="231590" cy="231590"/>
                <a:chOff x="424086" y="1330789"/>
                <a:chExt cx="231590" cy="231590"/>
              </a:xfrm>
            </p:grpSpPr>
            <p:sp>
              <p:nvSpPr>
                <p:cNvPr id="61" name="椭圆 60">
                  <a:extLst>
                    <a:ext uri="{FF2B5EF4-FFF2-40B4-BE49-F238E27FC236}">
                      <a16:creationId xmlns:a16="http://schemas.microsoft.com/office/drawing/2014/main" id="{AD45580D-CDC5-4C89-AA66-FED8BB8537D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24086" y="1330789"/>
                  <a:ext cx="231590" cy="231590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3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62" name="组合 61">
                  <a:extLst>
                    <a:ext uri="{FF2B5EF4-FFF2-40B4-BE49-F238E27FC236}">
                      <a16:creationId xmlns:a16="http://schemas.microsoft.com/office/drawing/2014/main" id="{760D3435-0181-48E6-874B-D590EF2E5DAC}"/>
                    </a:ext>
                  </a:extLst>
                </p:cNvPr>
                <p:cNvGrpSpPr/>
                <p:nvPr/>
              </p:nvGrpSpPr>
              <p:grpSpPr>
                <a:xfrm>
                  <a:off x="476494" y="1382360"/>
                  <a:ext cx="126774" cy="128448"/>
                  <a:chOff x="1811276" y="1973157"/>
                  <a:chExt cx="126774" cy="128448"/>
                </a:xfrm>
              </p:grpSpPr>
              <p:sp>
                <p:nvSpPr>
                  <p:cNvPr id="63" name="任意多边形: 形状 62">
                    <a:extLst>
                      <a:ext uri="{FF2B5EF4-FFF2-40B4-BE49-F238E27FC236}">
                        <a16:creationId xmlns:a16="http://schemas.microsoft.com/office/drawing/2014/main" id="{4F09BDEF-D933-4FCC-84C5-E9BDEAD615CE}"/>
                      </a:ext>
                    </a:extLst>
                  </p:cNvPr>
                  <p:cNvSpPr/>
                  <p:nvPr/>
                </p:nvSpPr>
                <p:spPr>
                  <a:xfrm>
                    <a:off x="1811279" y="1973161"/>
                    <a:ext cx="126770" cy="128444"/>
                  </a:xfrm>
                  <a:custGeom>
                    <a:avLst/>
                    <a:gdLst>
                      <a:gd name="connsiteX0" fmla="*/ 126770 w 126770"/>
                      <a:gd name="connsiteY0" fmla="*/ 8535 h 128444"/>
                      <a:gd name="connsiteX1" fmla="*/ 8535 w 126770"/>
                      <a:gd name="connsiteY1" fmla="*/ 128445 h 128444"/>
                      <a:gd name="connsiteX2" fmla="*/ 0 w 126770"/>
                      <a:gd name="connsiteY2" fmla="*/ 119909 h 128444"/>
                      <a:gd name="connsiteX3" fmla="*/ 118235 w 126770"/>
                      <a:gd name="connsiteY3" fmla="*/ 0 h 128444"/>
                      <a:gd name="connsiteX4" fmla="*/ 126770 w 126770"/>
                      <a:gd name="connsiteY4" fmla="*/ 8535 h 1284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6770" h="128444">
                        <a:moveTo>
                          <a:pt x="126770" y="8535"/>
                        </a:moveTo>
                        <a:lnTo>
                          <a:pt x="8535" y="128445"/>
                        </a:lnTo>
                        <a:lnTo>
                          <a:pt x="0" y="119909"/>
                        </a:lnTo>
                        <a:lnTo>
                          <a:pt x="118235" y="0"/>
                        </a:lnTo>
                        <a:lnTo>
                          <a:pt x="126770" y="8535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186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2" tIns="45721" rIns="91442" bIns="45721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4" name="任意多边形: 形状 63">
                    <a:extLst>
                      <a:ext uri="{FF2B5EF4-FFF2-40B4-BE49-F238E27FC236}">
                        <a16:creationId xmlns:a16="http://schemas.microsoft.com/office/drawing/2014/main" id="{5568DCEA-B09C-4295-9A4E-20AA0D991B23}"/>
                      </a:ext>
                    </a:extLst>
                  </p:cNvPr>
                  <p:cNvSpPr/>
                  <p:nvPr/>
                </p:nvSpPr>
                <p:spPr>
                  <a:xfrm>
                    <a:off x="1811276" y="1973157"/>
                    <a:ext cx="126774" cy="126774"/>
                  </a:xfrm>
                  <a:custGeom>
                    <a:avLst/>
                    <a:gdLst>
                      <a:gd name="connsiteX0" fmla="*/ 0 w 126774"/>
                      <a:gd name="connsiteY0" fmla="*/ 8535 h 126774"/>
                      <a:gd name="connsiteX1" fmla="*/ 8534 w 126774"/>
                      <a:gd name="connsiteY1" fmla="*/ 0 h 126774"/>
                      <a:gd name="connsiteX2" fmla="*/ 126775 w 126774"/>
                      <a:gd name="connsiteY2" fmla="*/ 118240 h 126774"/>
                      <a:gd name="connsiteX3" fmla="*/ 118240 w 126774"/>
                      <a:gd name="connsiteY3" fmla="*/ 126775 h 1267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774" h="126774">
                        <a:moveTo>
                          <a:pt x="0" y="8535"/>
                        </a:moveTo>
                        <a:lnTo>
                          <a:pt x="8534" y="0"/>
                        </a:lnTo>
                        <a:lnTo>
                          <a:pt x="126775" y="118240"/>
                        </a:lnTo>
                        <a:lnTo>
                          <a:pt x="118240" y="126775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186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2" tIns="45721" rIns="91442" bIns="45721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</p:grpSp>
          <p:cxnSp>
            <p:nvCxnSpPr>
              <p:cNvPr id="66" name="连接符: 肘形 208">
                <a:extLst>
                  <a:ext uri="{FF2B5EF4-FFF2-40B4-BE49-F238E27FC236}">
                    <a16:creationId xmlns:a16="http://schemas.microsoft.com/office/drawing/2014/main" id="{E2410295-0437-40D8-99A0-3053DDF663AE}"/>
                  </a:ext>
                </a:extLst>
              </p:cNvPr>
              <p:cNvCxnSpPr>
                <a:cxnSpLocks/>
                <a:stCxn id="43" idx="0"/>
                <a:endCxn id="45" idx="4"/>
              </p:cNvCxnSpPr>
              <p:nvPr/>
            </p:nvCxnSpPr>
            <p:spPr>
              <a:xfrm rot="5400000" flipH="1" flipV="1">
                <a:off x="1468560" y="4239279"/>
                <a:ext cx="394521" cy="350527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连接符: 肘形 208">
                <a:extLst>
                  <a:ext uri="{FF2B5EF4-FFF2-40B4-BE49-F238E27FC236}">
                    <a16:creationId xmlns:a16="http://schemas.microsoft.com/office/drawing/2014/main" id="{4A966A7F-49A9-4563-87CB-023FFD2961F3}"/>
                  </a:ext>
                </a:extLst>
              </p:cNvPr>
              <p:cNvCxnSpPr>
                <a:cxnSpLocks/>
                <a:stCxn id="41" idx="0"/>
                <a:endCxn id="45" idx="4"/>
              </p:cNvCxnSpPr>
              <p:nvPr/>
            </p:nvCxnSpPr>
            <p:spPr>
              <a:xfrm rot="16200000" flipV="1">
                <a:off x="1819145" y="4239221"/>
                <a:ext cx="394521" cy="350641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连接符: 肘形 208">
                <a:extLst>
                  <a:ext uri="{FF2B5EF4-FFF2-40B4-BE49-F238E27FC236}">
                    <a16:creationId xmlns:a16="http://schemas.microsoft.com/office/drawing/2014/main" id="{CBB0F12D-F8E1-4614-AF34-F825E0AE9D06}"/>
                  </a:ext>
                </a:extLst>
              </p:cNvPr>
              <p:cNvCxnSpPr>
                <a:cxnSpLocks/>
                <a:stCxn id="49" idx="0"/>
                <a:endCxn id="61" idx="4"/>
              </p:cNvCxnSpPr>
              <p:nvPr/>
            </p:nvCxnSpPr>
            <p:spPr>
              <a:xfrm rot="5400000" flipH="1" flipV="1">
                <a:off x="1831831" y="3189604"/>
                <a:ext cx="369147" cy="350640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连接符: 肘形 208">
                <a:extLst>
                  <a:ext uri="{FF2B5EF4-FFF2-40B4-BE49-F238E27FC236}">
                    <a16:creationId xmlns:a16="http://schemas.microsoft.com/office/drawing/2014/main" id="{A8888992-8E21-4DBD-8022-D6880017A256}"/>
                  </a:ext>
                </a:extLst>
              </p:cNvPr>
              <p:cNvCxnSpPr>
                <a:cxnSpLocks/>
                <a:stCxn id="42" idx="0"/>
                <a:endCxn id="61" idx="4"/>
              </p:cNvCxnSpPr>
              <p:nvPr/>
            </p:nvCxnSpPr>
            <p:spPr>
              <a:xfrm rot="16200000" flipV="1">
                <a:off x="1822076" y="3549998"/>
                <a:ext cx="1431452" cy="692155"/>
              </a:xfrm>
              <a:prstGeom prst="bentConnector3">
                <a:avLst>
                  <a:gd name="adj1" fmla="val 87262"/>
                </a:avLst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863470D4-2611-490B-AA58-416E3594CC3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075929" y="5212466"/>
                <a:ext cx="231590" cy="23159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3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zh-CN" altLang="en-US" sz="1603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4" name="连接符: 肘形 208">
                <a:extLst>
                  <a:ext uri="{FF2B5EF4-FFF2-40B4-BE49-F238E27FC236}">
                    <a16:creationId xmlns:a16="http://schemas.microsoft.com/office/drawing/2014/main" id="{AF585ECA-DD24-4823-ACC3-7B54A6E3A4AB}"/>
                  </a:ext>
                </a:extLst>
              </p:cNvPr>
              <p:cNvCxnSpPr>
                <a:cxnSpLocks/>
                <a:stCxn id="83" idx="0"/>
                <a:endCxn id="43" idx="2"/>
              </p:cNvCxnSpPr>
              <p:nvPr/>
            </p:nvCxnSpPr>
            <p:spPr>
              <a:xfrm rot="16200000" flipV="1">
                <a:off x="1676171" y="4696912"/>
                <a:ext cx="329941" cy="701167"/>
              </a:xfrm>
              <a:prstGeom prst="bentConnector3">
                <a:avLst>
                  <a:gd name="adj1" fmla="val 34603"/>
                </a:avLst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连接符: 肘形 208">
                <a:extLst>
                  <a:ext uri="{FF2B5EF4-FFF2-40B4-BE49-F238E27FC236}">
                    <a16:creationId xmlns:a16="http://schemas.microsoft.com/office/drawing/2014/main" id="{3AA572DA-EF6D-4DE5-8C16-E0A7CCACCF05}"/>
                  </a:ext>
                </a:extLst>
              </p:cNvPr>
              <p:cNvCxnSpPr>
                <a:cxnSpLocks/>
                <a:stCxn id="83" idx="0"/>
                <a:endCxn id="42" idx="2"/>
              </p:cNvCxnSpPr>
              <p:nvPr/>
            </p:nvCxnSpPr>
            <p:spPr>
              <a:xfrm rot="5400000" flipH="1" flipV="1">
                <a:off x="2372831" y="4701419"/>
                <a:ext cx="329941" cy="692155"/>
              </a:xfrm>
              <a:prstGeom prst="bentConnector3">
                <a:avLst>
                  <a:gd name="adj1" fmla="val 37683"/>
                </a:avLst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连接符: 肘形 208">
                <a:extLst>
                  <a:ext uri="{FF2B5EF4-FFF2-40B4-BE49-F238E27FC236}">
                    <a16:creationId xmlns:a16="http://schemas.microsoft.com/office/drawing/2014/main" id="{5CB10496-A7F5-4CE6-9558-AAADA5E80F3E}"/>
                  </a:ext>
                </a:extLst>
              </p:cNvPr>
              <p:cNvCxnSpPr>
                <a:cxnSpLocks/>
                <a:stCxn id="83" idx="0"/>
                <a:endCxn id="41" idx="2"/>
              </p:cNvCxnSpPr>
              <p:nvPr/>
            </p:nvCxnSpPr>
            <p:spPr>
              <a:xfrm flipV="1">
                <a:off x="2191724" y="4882525"/>
                <a:ext cx="1" cy="32994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1" name="连接符: 肘形 208">
              <a:extLst>
                <a:ext uri="{FF2B5EF4-FFF2-40B4-BE49-F238E27FC236}">
                  <a16:creationId xmlns:a16="http://schemas.microsoft.com/office/drawing/2014/main" id="{A3440C24-98D3-4453-AC5C-E2F4C59413DF}"/>
                </a:ext>
              </a:extLst>
            </p:cNvPr>
            <p:cNvCxnSpPr>
              <a:cxnSpLocks/>
              <a:stCxn id="61" idx="0"/>
              <a:endCxn id="139" idx="4"/>
            </p:cNvCxnSpPr>
            <p:nvPr/>
          </p:nvCxnSpPr>
          <p:spPr>
            <a:xfrm flipH="1" flipV="1">
              <a:off x="5885417" y="2059940"/>
              <a:ext cx="7120" cy="45067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14AD33E1-C84B-4180-856A-F382EA552C2F}"/>
                </a:ext>
              </a:extLst>
            </p:cNvPr>
            <p:cNvSpPr>
              <a:spLocks/>
            </p:cNvSpPr>
            <p:nvPr/>
          </p:nvSpPr>
          <p:spPr>
            <a:xfrm>
              <a:off x="5769622" y="1828350"/>
              <a:ext cx="231590" cy="2315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3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1603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9" name="矩形: 圆角 238">
              <a:extLst>
                <a:ext uri="{FF2B5EF4-FFF2-40B4-BE49-F238E27FC236}">
                  <a16:creationId xmlns:a16="http://schemas.microsoft.com/office/drawing/2014/main" id="{C27FA6E3-10E1-4768-AA67-6BBE19565709}"/>
                </a:ext>
              </a:extLst>
            </p:cNvPr>
            <p:cNvSpPr>
              <a:spLocks/>
            </p:cNvSpPr>
            <p:nvPr/>
          </p:nvSpPr>
          <p:spPr>
            <a:xfrm>
              <a:off x="5600168" y="5525073"/>
              <a:ext cx="574509" cy="264329"/>
            </a:xfrm>
            <a:prstGeom prst="roundRect">
              <a:avLst>
                <a:gd name="adj" fmla="val 7650"/>
              </a:avLst>
            </a:prstGeom>
            <a:solidFill>
              <a:srgbClr val="FCEABC"/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2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Input</a:t>
              </a:r>
              <a:endParaRPr lang="zh-CN" altLang="en-US" sz="1202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04" name="连接符: 肘形 208">
              <a:extLst>
                <a:ext uri="{FF2B5EF4-FFF2-40B4-BE49-F238E27FC236}">
                  <a16:creationId xmlns:a16="http://schemas.microsoft.com/office/drawing/2014/main" id="{6B0E56FA-5E96-4646-8382-14C789772156}"/>
                </a:ext>
              </a:extLst>
            </p:cNvPr>
            <p:cNvCxnSpPr>
              <a:cxnSpLocks/>
              <a:stCxn id="239" idx="0"/>
              <a:endCxn id="83" idx="4"/>
            </p:cNvCxnSpPr>
            <p:nvPr/>
          </p:nvCxnSpPr>
          <p:spPr>
            <a:xfrm flipV="1">
              <a:off x="5887423" y="5005906"/>
              <a:ext cx="5114" cy="5191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连接符: 肘形 208">
              <a:extLst>
                <a:ext uri="{FF2B5EF4-FFF2-40B4-BE49-F238E27FC236}">
                  <a16:creationId xmlns:a16="http://schemas.microsoft.com/office/drawing/2014/main" id="{E356B0B2-8C1A-456B-9B08-D8060882F668}"/>
                </a:ext>
              </a:extLst>
            </p:cNvPr>
            <p:cNvCxnSpPr>
              <a:cxnSpLocks/>
              <a:stCxn id="239" idx="0"/>
              <a:endCxn id="349" idx="4"/>
            </p:cNvCxnSpPr>
            <p:nvPr/>
          </p:nvCxnSpPr>
          <p:spPr>
            <a:xfrm rot="5400000" flipH="1" flipV="1">
              <a:off x="5651421" y="5161899"/>
              <a:ext cx="599177" cy="127172"/>
            </a:xfrm>
            <a:prstGeom prst="bentConnector3">
              <a:avLst>
                <a:gd name="adj1" fmla="val 29652"/>
              </a:avLst>
            </a:prstGeom>
            <a:ln w="381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连接符: 肘形 208">
              <a:extLst>
                <a:ext uri="{FF2B5EF4-FFF2-40B4-BE49-F238E27FC236}">
                  <a16:creationId xmlns:a16="http://schemas.microsoft.com/office/drawing/2014/main" id="{9F784068-CB09-48A9-8BB5-514E1739008D}"/>
                </a:ext>
              </a:extLst>
            </p:cNvPr>
            <p:cNvCxnSpPr>
              <a:cxnSpLocks/>
              <a:stCxn id="353" idx="0"/>
              <a:endCxn id="139" idx="4"/>
            </p:cNvCxnSpPr>
            <p:nvPr/>
          </p:nvCxnSpPr>
          <p:spPr>
            <a:xfrm rot="16200000" flipV="1">
              <a:off x="5764676" y="2180681"/>
              <a:ext cx="370660" cy="129178"/>
            </a:xfrm>
            <a:prstGeom prst="bentConnector3">
              <a:avLst>
                <a:gd name="adj1" fmla="val 60279"/>
              </a:avLst>
            </a:prstGeom>
            <a:ln w="381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9" name="组合 308">
              <a:extLst>
                <a:ext uri="{FF2B5EF4-FFF2-40B4-BE49-F238E27FC236}">
                  <a16:creationId xmlns:a16="http://schemas.microsoft.com/office/drawing/2014/main" id="{FB578801-3330-4B33-B7C9-88CAE6928FF6}"/>
                </a:ext>
              </a:extLst>
            </p:cNvPr>
            <p:cNvGrpSpPr/>
            <p:nvPr/>
          </p:nvGrpSpPr>
          <p:grpSpPr>
            <a:xfrm>
              <a:off x="4817206" y="2526309"/>
              <a:ext cx="1921062" cy="2698595"/>
              <a:chOff x="1238451" y="2884449"/>
              <a:chExt cx="1921062" cy="2698595"/>
            </a:xfrm>
          </p:grpSpPr>
          <p:sp>
            <p:nvSpPr>
              <p:cNvPr id="310" name="矩形: 圆角 309">
                <a:extLst>
                  <a:ext uri="{FF2B5EF4-FFF2-40B4-BE49-F238E27FC236}">
                    <a16:creationId xmlns:a16="http://schemas.microsoft.com/office/drawing/2014/main" id="{9CF4192D-7FFC-4B33-9AA3-ECDF183B0B21}"/>
                  </a:ext>
                </a:extLst>
              </p:cNvPr>
              <p:cNvSpPr/>
              <p:nvPr/>
            </p:nvSpPr>
            <p:spPr>
              <a:xfrm>
                <a:off x="1238451" y="2884449"/>
                <a:ext cx="1921062" cy="2698595"/>
              </a:xfrm>
              <a:prstGeom prst="roundRect">
                <a:avLst>
                  <a:gd name="adj" fmla="val 1735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1" name="矩形: 圆角 310">
                <a:extLst>
                  <a:ext uri="{FF2B5EF4-FFF2-40B4-BE49-F238E27FC236}">
                    <a16:creationId xmlns:a16="http://schemas.microsoft.com/office/drawing/2014/main" id="{728BA0E9-5FA6-4612-B25F-640339B0341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077937" y="4611802"/>
                <a:ext cx="227575" cy="270723"/>
              </a:xfrm>
              <a:prstGeom prst="roundRect">
                <a:avLst>
                  <a:gd name="adj" fmla="val 7650"/>
                </a:avLst>
              </a:prstGeom>
              <a:solidFill>
                <a:srgbClr val="FFC000"/>
              </a:solidFill>
              <a:ln w="381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2" b="1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endParaRPr lang="zh-CN" altLang="en-US" sz="1202" b="1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2" name="矩形: 圆角 311">
                <a:extLst>
                  <a:ext uri="{FF2B5EF4-FFF2-40B4-BE49-F238E27FC236}">
                    <a16:creationId xmlns:a16="http://schemas.microsoft.com/office/drawing/2014/main" id="{8C629C24-5748-47C3-BAE6-9A7DD03FD82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770091" y="4611802"/>
                <a:ext cx="227575" cy="270723"/>
              </a:xfrm>
              <a:prstGeom prst="roundRect">
                <a:avLst>
                  <a:gd name="adj" fmla="val 7650"/>
                </a:avLst>
              </a:prstGeom>
              <a:solidFill>
                <a:srgbClr val="00B050"/>
              </a:solidFill>
              <a:ln w="381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2" b="1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endParaRPr lang="zh-CN" altLang="en-US" sz="1202" b="1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3" name="矩形: 圆角 312">
                <a:extLst>
                  <a:ext uri="{FF2B5EF4-FFF2-40B4-BE49-F238E27FC236}">
                    <a16:creationId xmlns:a16="http://schemas.microsoft.com/office/drawing/2014/main" id="{18A0A450-E136-4C30-BC97-3822C61885E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6769" y="4611802"/>
                <a:ext cx="227575" cy="270723"/>
              </a:xfrm>
              <a:prstGeom prst="roundRect">
                <a:avLst>
                  <a:gd name="adj" fmla="val 7650"/>
                </a:avLst>
              </a:prstGeom>
              <a:solidFill>
                <a:srgbClr val="00B0F0"/>
              </a:solidFill>
              <a:ln w="381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2" b="1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endParaRPr lang="zh-CN" altLang="en-US" sz="1202" b="1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14" name="组合 313">
                <a:extLst>
                  <a:ext uri="{FF2B5EF4-FFF2-40B4-BE49-F238E27FC236}">
                    <a16:creationId xmlns:a16="http://schemas.microsoft.com/office/drawing/2014/main" id="{2A9610E0-3727-4B15-8C9C-614B330C11F4}"/>
                  </a:ext>
                </a:extLst>
              </p:cNvPr>
              <p:cNvGrpSpPr/>
              <p:nvPr/>
            </p:nvGrpSpPr>
            <p:grpSpPr>
              <a:xfrm>
                <a:off x="1725289" y="3985691"/>
                <a:ext cx="231590" cy="231590"/>
                <a:chOff x="424086" y="1330789"/>
                <a:chExt cx="231590" cy="231590"/>
              </a:xfrm>
            </p:grpSpPr>
            <p:sp>
              <p:nvSpPr>
                <p:cNvPr id="331" name="椭圆 330">
                  <a:extLst>
                    <a:ext uri="{FF2B5EF4-FFF2-40B4-BE49-F238E27FC236}">
                      <a16:creationId xmlns:a16="http://schemas.microsoft.com/office/drawing/2014/main" id="{FFEFA5C4-B457-4279-8595-4285DA7CF86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24086" y="1330789"/>
                  <a:ext cx="231590" cy="231590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3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332" name="组合 331">
                  <a:extLst>
                    <a:ext uri="{FF2B5EF4-FFF2-40B4-BE49-F238E27FC236}">
                      <a16:creationId xmlns:a16="http://schemas.microsoft.com/office/drawing/2014/main" id="{A05932C2-E090-49B6-AEE7-B53A666D271A}"/>
                    </a:ext>
                  </a:extLst>
                </p:cNvPr>
                <p:cNvGrpSpPr/>
                <p:nvPr/>
              </p:nvGrpSpPr>
              <p:grpSpPr>
                <a:xfrm>
                  <a:off x="476494" y="1382360"/>
                  <a:ext cx="126774" cy="128448"/>
                  <a:chOff x="1811276" y="1973157"/>
                  <a:chExt cx="126774" cy="128448"/>
                </a:xfrm>
              </p:grpSpPr>
              <p:sp>
                <p:nvSpPr>
                  <p:cNvPr id="333" name="任意多边形: 形状 332">
                    <a:extLst>
                      <a:ext uri="{FF2B5EF4-FFF2-40B4-BE49-F238E27FC236}">
                        <a16:creationId xmlns:a16="http://schemas.microsoft.com/office/drawing/2014/main" id="{C3679CC3-4D5D-494D-AA93-809F95B31A6F}"/>
                      </a:ext>
                    </a:extLst>
                  </p:cNvPr>
                  <p:cNvSpPr/>
                  <p:nvPr/>
                </p:nvSpPr>
                <p:spPr>
                  <a:xfrm>
                    <a:off x="1811279" y="1973161"/>
                    <a:ext cx="126770" cy="128444"/>
                  </a:xfrm>
                  <a:custGeom>
                    <a:avLst/>
                    <a:gdLst>
                      <a:gd name="connsiteX0" fmla="*/ 126770 w 126770"/>
                      <a:gd name="connsiteY0" fmla="*/ 8535 h 128444"/>
                      <a:gd name="connsiteX1" fmla="*/ 8535 w 126770"/>
                      <a:gd name="connsiteY1" fmla="*/ 128445 h 128444"/>
                      <a:gd name="connsiteX2" fmla="*/ 0 w 126770"/>
                      <a:gd name="connsiteY2" fmla="*/ 119909 h 128444"/>
                      <a:gd name="connsiteX3" fmla="*/ 118235 w 126770"/>
                      <a:gd name="connsiteY3" fmla="*/ 0 h 128444"/>
                      <a:gd name="connsiteX4" fmla="*/ 126770 w 126770"/>
                      <a:gd name="connsiteY4" fmla="*/ 8535 h 1284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6770" h="128444">
                        <a:moveTo>
                          <a:pt x="126770" y="8535"/>
                        </a:moveTo>
                        <a:lnTo>
                          <a:pt x="8535" y="128445"/>
                        </a:lnTo>
                        <a:lnTo>
                          <a:pt x="0" y="119909"/>
                        </a:lnTo>
                        <a:lnTo>
                          <a:pt x="118235" y="0"/>
                        </a:lnTo>
                        <a:lnTo>
                          <a:pt x="126770" y="8535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186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2" tIns="45721" rIns="91442" bIns="45721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4" name="任意多边形: 形状 333">
                    <a:extLst>
                      <a:ext uri="{FF2B5EF4-FFF2-40B4-BE49-F238E27FC236}">
                        <a16:creationId xmlns:a16="http://schemas.microsoft.com/office/drawing/2014/main" id="{45A4BBE3-821E-4F78-A971-4184F0B319ED}"/>
                      </a:ext>
                    </a:extLst>
                  </p:cNvPr>
                  <p:cNvSpPr/>
                  <p:nvPr/>
                </p:nvSpPr>
                <p:spPr>
                  <a:xfrm>
                    <a:off x="1811276" y="1973157"/>
                    <a:ext cx="126774" cy="126774"/>
                  </a:xfrm>
                  <a:custGeom>
                    <a:avLst/>
                    <a:gdLst>
                      <a:gd name="connsiteX0" fmla="*/ 0 w 126774"/>
                      <a:gd name="connsiteY0" fmla="*/ 8535 h 126774"/>
                      <a:gd name="connsiteX1" fmla="*/ 8534 w 126774"/>
                      <a:gd name="connsiteY1" fmla="*/ 0 h 126774"/>
                      <a:gd name="connsiteX2" fmla="*/ 126775 w 126774"/>
                      <a:gd name="connsiteY2" fmla="*/ 118240 h 126774"/>
                      <a:gd name="connsiteX3" fmla="*/ 118240 w 126774"/>
                      <a:gd name="connsiteY3" fmla="*/ 126775 h 1267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774" h="126774">
                        <a:moveTo>
                          <a:pt x="0" y="8535"/>
                        </a:moveTo>
                        <a:lnTo>
                          <a:pt x="8534" y="0"/>
                        </a:lnTo>
                        <a:lnTo>
                          <a:pt x="126775" y="118240"/>
                        </a:lnTo>
                        <a:lnTo>
                          <a:pt x="118240" y="126775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186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2" tIns="45721" rIns="91442" bIns="45721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315" name="椭圆 314">
                <a:extLst>
                  <a:ext uri="{FF2B5EF4-FFF2-40B4-BE49-F238E27FC236}">
                    <a16:creationId xmlns:a16="http://schemas.microsoft.com/office/drawing/2014/main" id="{3EA0E588-BB16-4A12-B7A1-98D77E6F15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25289" y="3549497"/>
                <a:ext cx="231590" cy="23159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bIns="144000" rtlCol="0" anchor="ctr" anchorCtr="0"/>
              <a:lstStyle/>
              <a:p>
                <a:pPr algn="ctr"/>
                <a:endParaRPr lang="zh-CN" altLang="en-US" sz="1603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6" name="文本框 315">
                <a:extLst>
                  <a:ext uri="{FF2B5EF4-FFF2-40B4-BE49-F238E27FC236}">
                    <a16:creationId xmlns:a16="http://schemas.microsoft.com/office/drawing/2014/main" id="{6BDDDD9B-D4DF-4CA0-9B02-9EAEF007500F}"/>
                  </a:ext>
                </a:extLst>
              </p:cNvPr>
              <p:cNvSpPr txBox="1"/>
              <p:nvPr/>
            </p:nvSpPr>
            <p:spPr>
              <a:xfrm>
                <a:off x="1761524" y="3477094"/>
                <a:ext cx="153616" cy="339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altLang="zh-CN" sz="1603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endParaRPr lang="zh-CN" altLang="en-US" sz="1603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17" name="连接符: 肘形 208">
                <a:extLst>
                  <a:ext uri="{FF2B5EF4-FFF2-40B4-BE49-F238E27FC236}">
                    <a16:creationId xmlns:a16="http://schemas.microsoft.com/office/drawing/2014/main" id="{1D34AE40-5F99-44FD-A1DD-BEC3AE4BA15E}"/>
                  </a:ext>
                </a:extLst>
              </p:cNvPr>
              <p:cNvCxnSpPr>
                <a:cxnSpLocks/>
                <a:stCxn id="331" idx="0"/>
                <a:endCxn id="315" idx="4"/>
              </p:cNvCxnSpPr>
              <p:nvPr/>
            </p:nvCxnSpPr>
            <p:spPr>
              <a:xfrm flipV="1">
                <a:off x="1841084" y="3781087"/>
                <a:ext cx="0" cy="20460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8" name="组合 317">
                <a:extLst>
                  <a:ext uri="{FF2B5EF4-FFF2-40B4-BE49-F238E27FC236}">
                    <a16:creationId xmlns:a16="http://schemas.microsoft.com/office/drawing/2014/main" id="{4F48E493-21EA-4926-A547-2614DB54CEFD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2075929" y="2948760"/>
                <a:ext cx="231590" cy="231590"/>
                <a:chOff x="424086" y="1330789"/>
                <a:chExt cx="231590" cy="231590"/>
              </a:xfrm>
            </p:grpSpPr>
            <p:sp>
              <p:nvSpPr>
                <p:cNvPr id="327" name="椭圆 326">
                  <a:extLst>
                    <a:ext uri="{FF2B5EF4-FFF2-40B4-BE49-F238E27FC236}">
                      <a16:creationId xmlns:a16="http://schemas.microsoft.com/office/drawing/2014/main" id="{4BE5B802-C28D-4F76-B856-B17364AC551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24086" y="1330789"/>
                  <a:ext cx="231590" cy="231590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3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328" name="组合 327">
                  <a:extLst>
                    <a:ext uri="{FF2B5EF4-FFF2-40B4-BE49-F238E27FC236}">
                      <a16:creationId xmlns:a16="http://schemas.microsoft.com/office/drawing/2014/main" id="{148439E9-F0A8-4B5D-87D4-C1C9DE8E1A41}"/>
                    </a:ext>
                  </a:extLst>
                </p:cNvPr>
                <p:cNvGrpSpPr/>
                <p:nvPr/>
              </p:nvGrpSpPr>
              <p:grpSpPr>
                <a:xfrm>
                  <a:off x="476494" y="1382360"/>
                  <a:ext cx="126774" cy="128448"/>
                  <a:chOff x="1811276" y="1973157"/>
                  <a:chExt cx="126774" cy="128448"/>
                </a:xfrm>
              </p:grpSpPr>
              <p:sp>
                <p:nvSpPr>
                  <p:cNvPr id="329" name="任意多边形: 形状 328">
                    <a:extLst>
                      <a:ext uri="{FF2B5EF4-FFF2-40B4-BE49-F238E27FC236}">
                        <a16:creationId xmlns:a16="http://schemas.microsoft.com/office/drawing/2014/main" id="{7A28A198-CD03-4E1D-8D67-E259B0A52D8D}"/>
                      </a:ext>
                    </a:extLst>
                  </p:cNvPr>
                  <p:cNvSpPr/>
                  <p:nvPr/>
                </p:nvSpPr>
                <p:spPr>
                  <a:xfrm>
                    <a:off x="1811279" y="1973161"/>
                    <a:ext cx="126770" cy="128444"/>
                  </a:xfrm>
                  <a:custGeom>
                    <a:avLst/>
                    <a:gdLst>
                      <a:gd name="connsiteX0" fmla="*/ 126770 w 126770"/>
                      <a:gd name="connsiteY0" fmla="*/ 8535 h 128444"/>
                      <a:gd name="connsiteX1" fmla="*/ 8535 w 126770"/>
                      <a:gd name="connsiteY1" fmla="*/ 128445 h 128444"/>
                      <a:gd name="connsiteX2" fmla="*/ 0 w 126770"/>
                      <a:gd name="connsiteY2" fmla="*/ 119909 h 128444"/>
                      <a:gd name="connsiteX3" fmla="*/ 118235 w 126770"/>
                      <a:gd name="connsiteY3" fmla="*/ 0 h 128444"/>
                      <a:gd name="connsiteX4" fmla="*/ 126770 w 126770"/>
                      <a:gd name="connsiteY4" fmla="*/ 8535 h 1284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6770" h="128444">
                        <a:moveTo>
                          <a:pt x="126770" y="8535"/>
                        </a:moveTo>
                        <a:lnTo>
                          <a:pt x="8535" y="128445"/>
                        </a:lnTo>
                        <a:lnTo>
                          <a:pt x="0" y="119909"/>
                        </a:lnTo>
                        <a:lnTo>
                          <a:pt x="118235" y="0"/>
                        </a:lnTo>
                        <a:lnTo>
                          <a:pt x="126770" y="8535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186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2" tIns="45721" rIns="91442" bIns="45721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0" name="任意多边形: 形状 329">
                    <a:extLst>
                      <a:ext uri="{FF2B5EF4-FFF2-40B4-BE49-F238E27FC236}">
                        <a16:creationId xmlns:a16="http://schemas.microsoft.com/office/drawing/2014/main" id="{31D3049C-95B6-4017-B5AA-0FA6C0E94153}"/>
                      </a:ext>
                    </a:extLst>
                  </p:cNvPr>
                  <p:cNvSpPr/>
                  <p:nvPr/>
                </p:nvSpPr>
                <p:spPr>
                  <a:xfrm>
                    <a:off x="1811276" y="1973157"/>
                    <a:ext cx="126774" cy="126774"/>
                  </a:xfrm>
                  <a:custGeom>
                    <a:avLst/>
                    <a:gdLst>
                      <a:gd name="connsiteX0" fmla="*/ 0 w 126774"/>
                      <a:gd name="connsiteY0" fmla="*/ 8535 h 126774"/>
                      <a:gd name="connsiteX1" fmla="*/ 8534 w 126774"/>
                      <a:gd name="connsiteY1" fmla="*/ 0 h 126774"/>
                      <a:gd name="connsiteX2" fmla="*/ 126775 w 126774"/>
                      <a:gd name="connsiteY2" fmla="*/ 118240 h 126774"/>
                      <a:gd name="connsiteX3" fmla="*/ 118240 w 126774"/>
                      <a:gd name="connsiteY3" fmla="*/ 126775 h 1267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774" h="126774">
                        <a:moveTo>
                          <a:pt x="0" y="8535"/>
                        </a:moveTo>
                        <a:lnTo>
                          <a:pt x="8534" y="0"/>
                        </a:lnTo>
                        <a:lnTo>
                          <a:pt x="126775" y="118240"/>
                        </a:lnTo>
                        <a:lnTo>
                          <a:pt x="118240" y="126775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186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2" tIns="45721" rIns="91442" bIns="45721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</p:grpSp>
          <p:cxnSp>
            <p:nvCxnSpPr>
              <p:cNvPr id="319" name="连接符: 肘形 208">
                <a:extLst>
                  <a:ext uri="{FF2B5EF4-FFF2-40B4-BE49-F238E27FC236}">
                    <a16:creationId xmlns:a16="http://schemas.microsoft.com/office/drawing/2014/main" id="{E53B34D0-6E37-479C-8F6B-2C96C9BC6709}"/>
                  </a:ext>
                </a:extLst>
              </p:cNvPr>
              <p:cNvCxnSpPr>
                <a:cxnSpLocks/>
                <a:stCxn id="313" idx="0"/>
                <a:endCxn id="331" idx="4"/>
              </p:cNvCxnSpPr>
              <p:nvPr/>
            </p:nvCxnSpPr>
            <p:spPr>
              <a:xfrm rot="5400000" flipH="1" flipV="1">
                <a:off x="1468560" y="4239279"/>
                <a:ext cx="394521" cy="350527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连接符: 肘形 208">
                <a:extLst>
                  <a:ext uri="{FF2B5EF4-FFF2-40B4-BE49-F238E27FC236}">
                    <a16:creationId xmlns:a16="http://schemas.microsoft.com/office/drawing/2014/main" id="{56A3DE8C-930C-48C8-9F62-1A3B13658F48}"/>
                  </a:ext>
                </a:extLst>
              </p:cNvPr>
              <p:cNvCxnSpPr>
                <a:cxnSpLocks/>
                <a:stCxn id="311" idx="0"/>
                <a:endCxn id="331" idx="4"/>
              </p:cNvCxnSpPr>
              <p:nvPr/>
            </p:nvCxnSpPr>
            <p:spPr>
              <a:xfrm rot="16200000" flipV="1">
                <a:off x="1819145" y="4239221"/>
                <a:ext cx="394521" cy="350641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连接符: 肘形 208">
                <a:extLst>
                  <a:ext uri="{FF2B5EF4-FFF2-40B4-BE49-F238E27FC236}">
                    <a16:creationId xmlns:a16="http://schemas.microsoft.com/office/drawing/2014/main" id="{7E63BECB-F708-49EB-8DA3-1A52DDE8F4F8}"/>
                  </a:ext>
                </a:extLst>
              </p:cNvPr>
              <p:cNvCxnSpPr>
                <a:cxnSpLocks/>
                <a:stCxn id="315" idx="0"/>
                <a:endCxn id="327" idx="4"/>
              </p:cNvCxnSpPr>
              <p:nvPr/>
            </p:nvCxnSpPr>
            <p:spPr>
              <a:xfrm rot="5400000" flipH="1" flipV="1">
                <a:off x="1831831" y="3189604"/>
                <a:ext cx="369147" cy="350640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连接符: 肘形 208">
                <a:extLst>
                  <a:ext uri="{FF2B5EF4-FFF2-40B4-BE49-F238E27FC236}">
                    <a16:creationId xmlns:a16="http://schemas.microsoft.com/office/drawing/2014/main" id="{D054CBF7-9594-423F-AA1E-3994581EADFE}"/>
                  </a:ext>
                </a:extLst>
              </p:cNvPr>
              <p:cNvCxnSpPr>
                <a:cxnSpLocks/>
                <a:stCxn id="312" idx="0"/>
                <a:endCxn id="327" idx="4"/>
              </p:cNvCxnSpPr>
              <p:nvPr/>
            </p:nvCxnSpPr>
            <p:spPr>
              <a:xfrm rot="16200000" flipV="1">
                <a:off x="1822076" y="3549998"/>
                <a:ext cx="1431452" cy="692155"/>
              </a:xfrm>
              <a:prstGeom prst="bentConnector3">
                <a:avLst>
                  <a:gd name="adj1" fmla="val 87262"/>
                </a:avLst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3" name="椭圆 322">
                <a:extLst>
                  <a:ext uri="{FF2B5EF4-FFF2-40B4-BE49-F238E27FC236}">
                    <a16:creationId xmlns:a16="http://schemas.microsoft.com/office/drawing/2014/main" id="{DECF32A2-8A29-40F5-8C12-11EE8747F0A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075929" y="5212466"/>
                <a:ext cx="231590" cy="23159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3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zh-CN" altLang="en-US" sz="1603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24" name="连接符: 肘形 208">
                <a:extLst>
                  <a:ext uri="{FF2B5EF4-FFF2-40B4-BE49-F238E27FC236}">
                    <a16:creationId xmlns:a16="http://schemas.microsoft.com/office/drawing/2014/main" id="{0208507E-62B1-4634-A56D-3D76966BDA95}"/>
                  </a:ext>
                </a:extLst>
              </p:cNvPr>
              <p:cNvCxnSpPr>
                <a:cxnSpLocks/>
                <a:stCxn id="323" idx="0"/>
                <a:endCxn id="313" idx="2"/>
              </p:cNvCxnSpPr>
              <p:nvPr/>
            </p:nvCxnSpPr>
            <p:spPr>
              <a:xfrm rot="16200000" flipV="1">
                <a:off x="1676171" y="4696912"/>
                <a:ext cx="329941" cy="701167"/>
              </a:xfrm>
              <a:prstGeom prst="bentConnector3">
                <a:avLst>
                  <a:gd name="adj1" fmla="val 34603"/>
                </a:avLst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连接符: 肘形 208">
                <a:extLst>
                  <a:ext uri="{FF2B5EF4-FFF2-40B4-BE49-F238E27FC236}">
                    <a16:creationId xmlns:a16="http://schemas.microsoft.com/office/drawing/2014/main" id="{53CE3E93-539B-4DC7-B27C-9B97BDF04C38}"/>
                  </a:ext>
                </a:extLst>
              </p:cNvPr>
              <p:cNvCxnSpPr>
                <a:cxnSpLocks/>
                <a:stCxn id="323" idx="0"/>
                <a:endCxn id="312" idx="2"/>
              </p:cNvCxnSpPr>
              <p:nvPr/>
            </p:nvCxnSpPr>
            <p:spPr>
              <a:xfrm rot="5400000" flipH="1" flipV="1">
                <a:off x="2372831" y="4701419"/>
                <a:ext cx="329941" cy="692155"/>
              </a:xfrm>
              <a:prstGeom prst="bentConnector3">
                <a:avLst>
                  <a:gd name="adj1" fmla="val 37683"/>
                </a:avLst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连接符: 肘形 208">
                <a:extLst>
                  <a:ext uri="{FF2B5EF4-FFF2-40B4-BE49-F238E27FC236}">
                    <a16:creationId xmlns:a16="http://schemas.microsoft.com/office/drawing/2014/main" id="{C64965C9-04C5-49BD-81FC-D544308A3518}"/>
                  </a:ext>
                </a:extLst>
              </p:cNvPr>
              <p:cNvCxnSpPr>
                <a:cxnSpLocks/>
                <a:stCxn id="323" idx="0"/>
                <a:endCxn id="311" idx="2"/>
              </p:cNvCxnSpPr>
              <p:nvPr/>
            </p:nvCxnSpPr>
            <p:spPr>
              <a:xfrm flipV="1">
                <a:off x="2191724" y="4882525"/>
                <a:ext cx="1" cy="32994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1" name="连接符: 肘形 208">
              <a:extLst>
                <a:ext uri="{FF2B5EF4-FFF2-40B4-BE49-F238E27FC236}">
                  <a16:creationId xmlns:a16="http://schemas.microsoft.com/office/drawing/2014/main" id="{1BD0B36E-BC1F-4BCD-BF77-003A09FE0582}"/>
                </a:ext>
              </a:extLst>
            </p:cNvPr>
            <p:cNvCxnSpPr>
              <a:cxnSpLocks/>
              <a:stCxn id="239" idx="0"/>
              <a:endCxn id="323" idx="4"/>
            </p:cNvCxnSpPr>
            <p:nvPr/>
          </p:nvCxnSpPr>
          <p:spPr>
            <a:xfrm rot="16200000" flipV="1">
              <a:off x="5609373" y="5247023"/>
              <a:ext cx="439157" cy="116944"/>
            </a:xfrm>
            <a:prstGeom prst="bentConnector3">
              <a:avLst>
                <a:gd name="adj1" fmla="val 27443"/>
              </a:avLst>
            </a:prstGeom>
            <a:ln w="381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连接符: 肘形 208">
              <a:extLst>
                <a:ext uri="{FF2B5EF4-FFF2-40B4-BE49-F238E27FC236}">
                  <a16:creationId xmlns:a16="http://schemas.microsoft.com/office/drawing/2014/main" id="{86701025-40E5-412D-A112-606FA7CBE44C}"/>
                </a:ext>
              </a:extLst>
            </p:cNvPr>
            <p:cNvCxnSpPr>
              <a:cxnSpLocks/>
              <a:stCxn id="139" idx="0"/>
            </p:cNvCxnSpPr>
            <p:nvPr/>
          </p:nvCxnSpPr>
          <p:spPr>
            <a:xfrm flipH="1" flipV="1">
              <a:off x="5884267" y="1633096"/>
              <a:ext cx="1150" cy="19525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连接符: 肘形 208">
              <a:extLst>
                <a:ext uri="{FF2B5EF4-FFF2-40B4-BE49-F238E27FC236}">
                  <a16:creationId xmlns:a16="http://schemas.microsoft.com/office/drawing/2014/main" id="{1B2A80B8-4E53-46E9-8F40-01CC5A54D25C}"/>
                </a:ext>
              </a:extLst>
            </p:cNvPr>
            <p:cNvCxnSpPr>
              <a:cxnSpLocks/>
              <a:stCxn id="327" idx="0"/>
              <a:endCxn id="139" idx="4"/>
            </p:cNvCxnSpPr>
            <p:nvPr/>
          </p:nvCxnSpPr>
          <p:spPr>
            <a:xfrm rot="5400000" flipH="1" flipV="1">
              <a:off x="5562608" y="2267811"/>
              <a:ext cx="530680" cy="114938"/>
            </a:xfrm>
            <a:prstGeom prst="bentConnector3">
              <a:avLst>
                <a:gd name="adj1" fmla="val 61487"/>
              </a:avLst>
            </a:prstGeom>
            <a:ln w="381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13277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</TotalTime>
  <Words>17</Words>
  <Application>Microsoft Office PowerPoint</Application>
  <PresentationFormat>自定义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Wenbo Huang</dc:creator>
  <cp:lastModifiedBy>Wenbo Huang</cp:lastModifiedBy>
  <cp:revision>58</cp:revision>
  <dcterms:created xsi:type="dcterms:W3CDTF">2025-04-02T14:54:06Z</dcterms:created>
  <dcterms:modified xsi:type="dcterms:W3CDTF">2025-04-02T16:00:09Z</dcterms:modified>
</cp:coreProperties>
</file>